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524" r:id="rId2"/>
    <p:sldId id="556" r:id="rId3"/>
    <p:sldId id="488" r:id="rId4"/>
    <p:sldId id="557" r:id="rId5"/>
    <p:sldId id="554" r:id="rId6"/>
    <p:sldId id="555" r:id="rId7"/>
    <p:sldId id="560" r:id="rId8"/>
    <p:sldId id="558" r:id="rId9"/>
    <p:sldId id="559" r:id="rId10"/>
    <p:sldId id="54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29E5"/>
    <a:srgbClr val="73497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D2FC76B-6184-4458-8F66-8115777262F8}" v="93" dt="2026-06-16T19:12:42.776"/>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113A9D2-9D6B-4929-AA2D-F23B5EE8CBE7}" styleName="主题样式 2 - 强调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91503" autoAdjust="0"/>
  </p:normalViewPr>
  <p:slideViewPr>
    <p:cSldViewPr snapToGrid="0">
      <p:cViewPr varScale="1">
        <p:scale>
          <a:sx n="81" d="100"/>
          <a:sy n="81" d="100"/>
        </p:scale>
        <p:origin x="744"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B57466F-0A30-447B-BCB3-85015AA91319}" type="datetimeFigureOut">
              <a:rPr lang="en-US" smtClean="0"/>
              <a:t>9/5/2026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DCD36D-EE7C-444D-8005-627C4987E66C}"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7DCD36D-EE7C-444D-8005-627C4987E66C}" type="slidenum">
              <a:rPr lang="en-US" smtClean="0"/>
              <a:t>1</a:t>
            </a:fld>
            <a:endParaRPr lang="en-US"/>
          </a:p>
        </p:txBody>
      </p:sp>
    </p:spTree>
    <p:extLst>
      <p:ext uri="{BB962C8B-B14F-4D97-AF65-F5344CB8AC3E}">
        <p14:creationId xmlns:p14="http://schemas.microsoft.com/office/powerpoint/2010/main" val="39909378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w Cen MT" panose="020B0602020104020603" pitchFamily="34" charset="0"/>
              </a:defRPr>
            </a:lvl1pPr>
            <a:lvl2pPr marL="742950" indent="-285750">
              <a:defRPr>
                <a:solidFill>
                  <a:schemeClr val="tx1"/>
                </a:solidFill>
                <a:latin typeface="Tw Cen MT" panose="020B0602020104020603" pitchFamily="34" charset="0"/>
              </a:defRPr>
            </a:lvl2pPr>
            <a:lvl3pPr marL="1143000" indent="-228600">
              <a:defRPr>
                <a:solidFill>
                  <a:schemeClr val="tx1"/>
                </a:solidFill>
                <a:latin typeface="Tw Cen MT" panose="020B0602020104020603" pitchFamily="34" charset="0"/>
              </a:defRPr>
            </a:lvl3pPr>
            <a:lvl4pPr marL="1600200" indent="-228600">
              <a:defRPr>
                <a:solidFill>
                  <a:schemeClr val="tx1"/>
                </a:solidFill>
                <a:latin typeface="Tw Cen MT" panose="020B0602020104020603" pitchFamily="34" charset="0"/>
              </a:defRPr>
            </a:lvl4pPr>
            <a:lvl5pPr marL="2057400" indent="-228600">
              <a:defRPr>
                <a:solidFill>
                  <a:schemeClr val="tx1"/>
                </a:solidFill>
                <a:latin typeface="Tw Cen MT" panose="020B0602020104020603" pitchFamily="34" charset="0"/>
              </a:defRPr>
            </a:lvl5pPr>
            <a:lvl6pPr marL="2514600" indent="-228600" defTabSz="457200" eaLnBrk="0" fontAlgn="base" hangingPunct="0">
              <a:spcBef>
                <a:spcPct val="0"/>
              </a:spcBef>
              <a:spcAft>
                <a:spcPct val="0"/>
              </a:spcAft>
              <a:defRPr>
                <a:solidFill>
                  <a:schemeClr val="tx1"/>
                </a:solidFill>
                <a:latin typeface="Tw Cen MT" panose="020B0602020104020603" pitchFamily="34" charset="0"/>
              </a:defRPr>
            </a:lvl6pPr>
            <a:lvl7pPr marL="2971800" indent="-228600" defTabSz="457200" eaLnBrk="0" fontAlgn="base" hangingPunct="0">
              <a:spcBef>
                <a:spcPct val="0"/>
              </a:spcBef>
              <a:spcAft>
                <a:spcPct val="0"/>
              </a:spcAft>
              <a:defRPr>
                <a:solidFill>
                  <a:schemeClr val="tx1"/>
                </a:solidFill>
                <a:latin typeface="Tw Cen MT" panose="020B0602020104020603" pitchFamily="34" charset="0"/>
              </a:defRPr>
            </a:lvl7pPr>
            <a:lvl8pPr marL="3429000" indent="-228600" defTabSz="457200" eaLnBrk="0" fontAlgn="base" hangingPunct="0">
              <a:spcBef>
                <a:spcPct val="0"/>
              </a:spcBef>
              <a:spcAft>
                <a:spcPct val="0"/>
              </a:spcAft>
              <a:defRPr>
                <a:solidFill>
                  <a:schemeClr val="tx1"/>
                </a:solidFill>
                <a:latin typeface="Tw Cen MT" panose="020B0602020104020603" pitchFamily="34" charset="0"/>
              </a:defRPr>
            </a:lvl8pPr>
            <a:lvl9pPr marL="3886200" indent="-228600" defTabSz="457200" eaLnBrk="0" fontAlgn="base" hangingPunct="0">
              <a:spcBef>
                <a:spcPct val="0"/>
              </a:spcBef>
              <a:spcAft>
                <a:spcPct val="0"/>
              </a:spcAft>
              <a:defRPr>
                <a:solidFill>
                  <a:schemeClr val="tx1"/>
                </a:solidFill>
                <a:latin typeface="Tw Cen MT" panose="020B0602020104020603" pitchFamily="34" charset="0"/>
              </a:defRPr>
            </a:lvl9pPr>
          </a:lstStyle>
          <a:p>
            <a:fld id="{980672E4-136E-4E9D-8BF9-2A4B187C3B78}" type="slidenum">
              <a:rPr lang="en-US" altLang="en-US">
                <a:latin typeface="Calibri" panose="020F0502020204030204" pitchFamily="34" charset="0"/>
                <a:cs typeface="Arial" panose="020B0604020202020204" pitchFamily="34" charset="0"/>
              </a:rPr>
              <a:t>3</a:t>
            </a:fld>
            <a:endParaRPr lang="en-US" altLang="en-US">
              <a:latin typeface="Calibri" panose="020F0502020204030204" pitchFamily="34" charset="0"/>
              <a:cs typeface="Arial" panose="020B0604020202020204" pitchFamily="34" charset="0"/>
            </a:endParaRPr>
          </a:p>
        </p:txBody>
      </p:sp>
      <p:sp>
        <p:nvSpPr>
          <p:cNvPr id="16387" name="Rectangle 2"/>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638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en-US" altLang="en-US">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5FB102-F3C2-49C7-72DC-F356F2056396}"/>
            </a:ext>
          </a:extLst>
        </p:cNvPr>
        <p:cNvGrpSpPr/>
        <p:nvPr/>
      </p:nvGrpSpPr>
      <p:grpSpPr>
        <a:xfrm>
          <a:off x="0" y="0"/>
          <a:ext cx="0" cy="0"/>
          <a:chOff x="0" y="0"/>
          <a:chExt cx="0" cy="0"/>
        </a:xfrm>
      </p:grpSpPr>
      <p:sp>
        <p:nvSpPr>
          <p:cNvPr id="16386" name="Rectangle 7">
            <a:extLst>
              <a:ext uri="{FF2B5EF4-FFF2-40B4-BE49-F238E27FC236}">
                <a16:creationId xmlns:a16="http://schemas.microsoft.com/office/drawing/2014/main" id="{971E14F1-EB45-8ADA-869A-B529AE9AC955}"/>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w Cen MT" panose="020B0602020104020603" pitchFamily="34" charset="0"/>
              </a:defRPr>
            </a:lvl1pPr>
            <a:lvl2pPr marL="742950" indent="-285750">
              <a:defRPr>
                <a:solidFill>
                  <a:schemeClr val="tx1"/>
                </a:solidFill>
                <a:latin typeface="Tw Cen MT" panose="020B0602020104020603" pitchFamily="34" charset="0"/>
              </a:defRPr>
            </a:lvl2pPr>
            <a:lvl3pPr marL="1143000" indent="-228600">
              <a:defRPr>
                <a:solidFill>
                  <a:schemeClr val="tx1"/>
                </a:solidFill>
                <a:latin typeface="Tw Cen MT" panose="020B0602020104020603" pitchFamily="34" charset="0"/>
              </a:defRPr>
            </a:lvl3pPr>
            <a:lvl4pPr marL="1600200" indent="-228600">
              <a:defRPr>
                <a:solidFill>
                  <a:schemeClr val="tx1"/>
                </a:solidFill>
                <a:latin typeface="Tw Cen MT" panose="020B0602020104020603" pitchFamily="34" charset="0"/>
              </a:defRPr>
            </a:lvl4pPr>
            <a:lvl5pPr marL="2057400" indent="-228600">
              <a:defRPr>
                <a:solidFill>
                  <a:schemeClr val="tx1"/>
                </a:solidFill>
                <a:latin typeface="Tw Cen MT" panose="020B0602020104020603" pitchFamily="34" charset="0"/>
              </a:defRPr>
            </a:lvl5pPr>
            <a:lvl6pPr marL="2514600" indent="-228600" defTabSz="457200" eaLnBrk="0" fontAlgn="base" hangingPunct="0">
              <a:spcBef>
                <a:spcPct val="0"/>
              </a:spcBef>
              <a:spcAft>
                <a:spcPct val="0"/>
              </a:spcAft>
              <a:defRPr>
                <a:solidFill>
                  <a:schemeClr val="tx1"/>
                </a:solidFill>
                <a:latin typeface="Tw Cen MT" panose="020B0602020104020603" pitchFamily="34" charset="0"/>
              </a:defRPr>
            </a:lvl6pPr>
            <a:lvl7pPr marL="2971800" indent="-228600" defTabSz="457200" eaLnBrk="0" fontAlgn="base" hangingPunct="0">
              <a:spcBef>
                <a:spcPct val="0"/>
              </a:spcBef>
              <a:spcAft>
                <a:spcPct val="0"/>
              </a:spcAft>
              <a:defRPr>
                <a:solidFill>
                  <a:schemeClr val="tx1"/>
                </a:solidFill>
                <a:latin typeface="Tw Cen MT" panose="020B0602020104020603" pitchFamily="34" charset="0"/>
              </a:defRPr>
            </a:lvl7pPr>
            <a:lvl8pPr marL="3429000" indent="-228600" defTabSz="457200" eaLnBrk="0" fontAlgn="base" hangingPunct="0">
              <a:spcBef>
                <a:spcPct val="0"/>
              </a:spcBef>
              <a:spcAft>
                <a:spcPct val="0"/>
              </a:spcAft>
              <a:defRPr>
                <a:solidFill>
                  <a:schemeClr val="tx1"/>
                </a:solidFill>
                <a:latin typeface="Tw Cen MT" panose="020B0602020104020603" pitchFamily="34" charset="0"/>
              </a:defRPr>
            </a:lvl8pPr>
            <a:lvl9pPr marL="3886200" indent="-228600" defTabSz="457200" eaLnBrk="0" fontAlgn="base" hangingPunct="0">
              <a:spcBef>
                <a:spcPct val="0"/>
              </a:spcBef>
              <a:spcAft>
                <a:spcPct val="0"/>
              </a:spcAft>
              <a:defRPr>
                <a:solidFill>
                  <a:schemeClr val="tx1"/>
                </a:solidFill>
                <a:latin typeface="Tw Cen MT" panose="020B0602020104020603" pitchFamily="34" charset="0"/>
              </a:defRPr>
            </a:lvl9pPr>
          </a:lstStyle>
          <a:p>
            <a:fld id="{980672E4-136E-4E9D-8BF9-2A4B187C3B78}" type="slidenum">
              <a:rPr lang="en-US" altLang="en-US">
                <a:latin typeface="Calibri" panose="020F0502020204030204" pitchFamily="34" charset="0"/>
                <a:cs typeface="Arial" panose="020B0604020202020204" pitchFamily="34" charset="0"/>
              </a:rPr>
              <a:t>5</a:t>
            </a:fld>
            <a:endParaRPr lang="en-US" altLang="en-US">
              <a:latin typeface="Calibri" panose="020F0502020204030204" pitchFamily="34" charset="0"/>
              <a:cs typeface="Arial" panose="020B0604020202020204" pitchFamily="34" charset="0"/>
            </a:endParaRPr>
          </a:p>
        </p:txBody>
      </p:sp>
      <p:sp>
        <p:nvSpPr>
          <p:cNvPr id="16387" name="Rectangle 2">
            <a:extLst>
              <a:ext uri="{FF2B5EF4-FFF2-40B4-BE49-F238E27FC236}">
                <a16:creationId xmlns:a16="http://schemas.microsoft.com/office/drawing/2014/main" id="{D123CEE8-948B-9D50-BC28-B81EA9C65EB3}"/>
              </a:ext>
            </a:extLst>
          </p:cNvPr>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6388" name="Rectangle 3">
            <a:extLst>
              <a:ext uri="{FF2B5EF4-FFF2-40B4-BE49-F238E27FC236}">
                <a16:creationId xmlns:a16="http://schemas.microsoft.com/office/drawing/2014/main" id="{0E01A0A0-4969-F3C7-3F79-5BA78FD5DAA4}"/>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en-US" altLang="en-US">
              <a:latin typeface="Arial" panose="020B0604020202020204" pitchFamily="34" charset="0"/>
            </a:endParaRPr>
          </a:p>
        </p:txBody>
      </p:sp>
    </p:spTree>
    <p:extLst>
      <p:ext uri="{BB962C8B-B14F-4D97-AF65-F5344CB8AC3E}">
        <p14:creationId xmlns:p14="http://schemas.microsoft.com/office/powerpoint/2010/main" val="9171311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238EE8-0689-7DD2-A6D1-FE68D33ADA69}"/>
            </a:ext>
          </a:extLst>
        </p:cNvPr>
        <p:cNvGrpSpPr/>
        <p:nvPr/>
      </p:nvGrpSpPr>
      <p:grpSpPr>
        <a:xfrm>
          <a:off x="0" y="0"/>
          <a:ext cx="0" cy="0"/>
          <a:chOff x="0" y="0"/>
          <a:chExt cx="0" cy="0"/>
        </a:xfrm>
      </p:grpSpPr>
      <p:sp>
        <p:nvSpPr>
          <p:cNvPr id="16386" name="Rectangle 7">
            <a:extLst>
              <a:ext uri="{FF2B5EF4-FFF2-40B4-BE49-F238E27FC236}">
                <a16:creationId xmlns:a16="http://schemas.microsoft.com/office/drawing/2014/main" id="{675AA03D-5547-0A82-6DD8-88EAE6D83DD8}"/>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w Cen MT" panose="020B0602020104020603" pitchFamily="34" charset="0"/>
              </a:defRPr>
            </a:lvl1pPr>
            <a:lvl2pPr marL="742950" indent="-285750">
              <a:defRPr>
                <a:solidFill>
                  <a:schemeClr val="tx1"/>
                </a:solidFill>
                <a:latin typeface="Tw Cen MT" panose="020B0602020104020603" pitchFamily="34" charset="0"/>
              </a:defRPr>
            </a:lvl2pPr>
            <a:lvl3pPr marL="1143000" indent="-228600">
              <a:defRPr>
                <a:solidFill>
                  <a:schemeClr val="tx1"/>
                </a:solidFill>
                <a:latin typeface="Tw Cen MT" panose="020B0602020104020603" pitchFamily="34" charset="0"/>
              </a:defRPr>
            </a:lvl3pPr>
            <a:lvl4pPr marL="1600200" indent="-228600">
              <a:defRPr>
                <a:solidFill>
                  <a:schemeClr val="tx1"/>
                </a:solidFill>
                <a:latin typeface="Tw Cen MT" panose="020B0602020104020603" pitchFamily="34" charset="0"/>
              </a:defRPr>
            </a:lvl4pPr>
            <a:lvl5pPr marL="2057400" indent="-228600">
              <a:defRPr>
                <a:solidFill>
                  <a:schemeClr val="tx1"/>
                </a:solidFill>
                <a:latin typeface="Tw Cen MT" panose="020B0602020104020603" pitchFamily="34" charset="0"/>
              </a:defRPr>
            </a:lvl5pPr>
            <a:lvl6pPr marL="2514600" indent="-228600" defTabSz="457200" eaLnBrk="0" fontAlgn="base" hangingPunct="0">
              <a:spcBef>
                <a:spcPct val="0"/>
              </a:spcBef>
              <a:spcAft>
                <a:spcPct val="0"/>
              </a:spcAft>
              <a:defRPr>
                <a:solidFill>
                  <a:schemeClr val="tx1"/>
                </a:solidFill>
                <a:latin typeface="Tw Cen MT" panose="020B0602020104020603" pitchFamily="34" charset="0"/>
              </a:defRPr>
            </a:lvl6pPr>
            <a:lvl7pPr marL="2971800" indent="-228600" defTabSz="457200" eaLnBrk="0" fontAlgn="base" hangingPunct="0">
              <a:spcBef>
                <a:spcPct val="0"/>
              </a:spcBef>
              <a:spcAft>
                <a:spcPct val="0"/>
              </a:spcAft>
              <a:defRPr>
                <a:solidFill>
                  <a:schemeClr val="tx1"/>
                </a:solidFill>
                <a:latin typeface="Tw Cen MT" panose="020B0602020104020603" pitchFamily="34" charset="0"/>
              </a:defRPr>
            </a:lvl7pPr>
            <a:lvl8pPr marL="3429000" indent="-228600" defTabSz="457200" eaLnBrk="0" fontAlgn="base" hangingPunct="0">
              <a:spcBef>
                <a:spcPct val="0"/>
              </a:spcBef>
              <a:spcAft>
                <a:spcPct val="0"/>
              </a:spcAft>
              <a:defRPr>
                <a:solidFill>
                  <a:schemeClr val="tx1"/>
                </a:solidFill>
                <a:latin typeface="Tw Cen MT" panose="020B0602020104020603" pitchFamily="34" charset="0"/>
              </a:defRPr>
            </a:lvl8pPr>
            <a:lvl9pPr marL="3886200" indent="-228600" defTabSz="457200" eaLnBrk="0" fontAlgn="base" hangingPunct="0">
              <a:spcBef>
                <a:spcPct val="0"/>
              </a:spcBef>
              <a:spcAft>
                <a:spcPct val="0"/>
              </a:spcAft>
              <a:defRPr>
                <a:solidFill>
                  <a:schemeClr val="tx1"/>
                </a:solidFill>
                <a:latin typeface="Tw Cen MT" panose="020B0602020104020603" pitchFamily="34" charset="0"/>
              </a:defRPr>
            </a:lvl9pPr>
          </a:lstStyle>
          <a:p>
            <a:fld id="{980672E4-136E-4E9D-8BF9-2A4B187C3B78}" type="slidenum">
              <a:rPr lang="en-US" altLang="en-US">
                <a:latin typeface="Calibri" panose="020F0502020204030204" pitchFamily="34" charset="0"/>
                <a:cs typeface="Arial" panose="020B0604020202020204" pitchFamily="34" charset="0"/>
              </a:rPr>
              <a:t>6</a:t>
            </a:fld>
            <a:endParaRPr lang="en-US" altLang="en-US">
              <a:latin typeface="Calibri" panose="020F0502020204030204" pitchFamily="34" charset="0"/>
              <a:cs typeface="Arial" panose="020B0604020202020204" pitchFamily="34" charset="0"/>
            </a:endParaRPr>
          </a:p>
        </p:txBody>
      </p:sp>
      <p:sp>
        <p:nvSpPr>
          <p:cNvPr id="16387" name="Rectangle 2">
            <a:extLst>
              <a:ext uri="{FF2B5EF4-FFF2-40B4-BE49-F238E27FC236}">
                <a16:creationId xmlns:a16="http://schemas.microsoft.com/office/drawing/2014/main" id="{44531737-EB24-590C-FD21-6BB419D949FA}"/>
              </a:ext>
            </a:extLst>
          </p:cNvPr>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6388" name="Rectangle 3">
            <a:extLst>
              <a:ext uri="{FF2B5EF4-FFF2-40B4-BE49-F238E27FC236}">
                <a16:creationId xmlns:a16="http://schemas.microsoft.com/office/drawing/2014/main" id="{A16773F3-43BC-1223-C19D-D9FACB2CEFC2}"/>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en-US" altLang="en-US" dirty="0">
              <a:latin typeface="Arial" panose="020B0604020202020204" pitchFamily="34" charset="0"/>
            </a:endParaRPr>
          </a:p>
        </p:txBody>
      </p:sp>
    </p:spTree>
    <p:extLst>
      <p:ext uri="{BB962C8B-B14F-4D97-AF65-F5344CB8AC3E}">
        <p14:creationId xmlns:p14="http://schemas.microsoft.com/office/powerpoint/2010/main" val="11693445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5F508A02-1395-42EE-8240-E3A4E007400A}" type="datetimeFigureOut">
              <a:rPr lang="en-US" smtClean="0"/>
              <a:t>9/5/2026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A61996-44A9-4BCC-AC5B-F41FFF285D5C}"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F508A02-1395-42EE-8240-E3A4E007400A}" type="datetimeFigureOut">
              <a:rPr lang="en-US" smtClean="0"/>
              <a:t>9/5/2026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A61996-44A9-4BCC-AC5B-F41FFF285D5C}"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F508A02-1395-42EE-8240-E3A4E007400A}" type="datetimeFigureOut">
              <a:rPr lang="en-US" smtClean="0"/>
              <a:t>9/5/2026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A61996-44A9-4BCC-AC5B-F41FFF285D5C}"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F508A02-1395-42EE-8240-E3A4E007400A}" type="datetimeFigureOut">
              <a:rPr lang="en-US" smtClean="0"/>
              <a:t>9/5/2026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A61996-44A9-4BCC-AC5B-F41FFF285D5C}"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F508A02-1395-42EE-8240-E3A4E007400A}" type="datetimeFigureOut">
              <a:rPr lang="en-US" smtClean="0"/>
              <a:t>9/5/2026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1A61996-44A9-4BCC-AC5B-F41FFF285D5C}"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F508A02-1395-42EE-8240-E3A4E007400A}" type="datetimeFigureOut">
              <a:rPr lang="en-US" smtClean="0"/>
              <a:t>9/5/2026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1A61996-44A9-4BCC-AC5B-F41FFF285D5C}"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F508A02-1395-42EE-8240-E3A4E007400A}" type="datetimeFigureOut">
              <a:rPr lang="en-US" smtClean="0"/>
              <a:t>9/5/2026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1A61996-44A9-4BCC-AC5B-F41FFF285D5C}"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F508A02-1395-42EE-8240-E3A4E007400A}" type="datetimeFigureOut">
              <a:rPr lang="en-US" smtClean="0"/>
              <a:t>9/5/2026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A61996-44A9-4BCC-AC5B-F41FFF285D5C}"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F508A02-1395-42EE-8240-E3A4E007400A}" type="datetimeFigureOut">
              <a:rPr lang="en-US" smtClean="0"/>
              <a:t>9/5/2026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A61996-44A9-4BCC-AC5B-F41FFF285D5C}"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F508A02-1395-42EE-8240-E3A4E007400A}" type="datetimeFigureOut">
              <a:rPr lang="en-US" smtClean="0"/>
              <a:t>9/5/2026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A61996-44A9-4BCC-AC5B-F41FFF285D5C}"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F508A02-1395-42EE-8240-E3A4E007400A}" type="datetimeFigureOut">
              <a:rPr lang="en-US" smtClean="0"/>
              <a:t>9/5/2026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A61996-44A9-4BCC-AC5B-F41FFF285D5C}"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F508A02-1395-42EE-8240-E3A4E007400A}" type="datetimeFigureOut">
              <a:rPr lang="en-US" smtClean="0"/>
              <a:t>9/5/2026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A61996-44A9-4BCC-AC5B-F41FFF285D5C}"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jpe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6.jpeg"/></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82">
            <a:extLst>
              <a:ext uri="{FF2B5EF4-FFF2-40B4-BE49-F238E27FC236}">
                <a16:creationId xmlns:a16="http://schemas.microsoft.com/office/drawing/2014/main" id="{DFE98215-1494-D33A-DE1B-2D59E44FEC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43576" y="246184"/>
            <a:ext cx="1519237" cy="1343025"/>
          </a:xfrm>
          <a:prstGeom prst="rect">
            <a:avLst/>
          </a:prstGeom>
          <a:noFill/>
          <a:extLst>
            <a:ext uri="{909E8E84-426E-40DD-AFC4-6F175D3DCCD1}">
              <a14:hiddenFill xmlns:a14="http://schemas.microsoft.com/office/drawing/2010/main">
                <a:solidFill>
                  <a:srgbClr val="FFFFFF"/>
                </a:solidFill>
              </a14:hiddenFill>
            </a:ext>
          </a:extLst>
        </p:spPr>
      </p:pic>
      <p:pic>
        <p:nvPicPr>
          <p:cNvPr id="2049" name="Picture 80">
            <a:extLst>
              <a:ext uri="{FF2B5EF4-FFF2-40B4-BE49-F238E27FC236}">
                <a16:creationId xmlns:a16="http://schemas.microsoft.com/office/drawing/2014/main" id="{DF5F18D4-39B2-0334-E44E-8A435F7ADC0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2371" y="246184"/>
            <a:ext cx="1135062" cy="1343025"/>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3">
            <a:extLst>
              <a:ext uri="{FF2B5EF4-FFF2-40B4-BE49-F238E27FC236}">
                <a16:creationId xmlns:a16="http://schemas.microsoft.com/office/drawing/2014/main" id="{2FF8E8F0-422D-1667-ED45-C80EAB5D82E1}"/>
              </a:ext>
            </a:extLst>
          </p:cNvPr>
          <p:cNvSpPr>
            <a:spLocks noChangeArrowheads="1"/>
          </p:cNvSpPr>
          <p:nvPr/>
        </p:nvSpPr>
        <p:spPr bwMode="auto">
          <a:xfrm>
            <a:off x="-70338" y="266281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8" name="Rectangle 4">
            <a:extLst>
              <a:ext uri="{FF2B5EF4-FFF2-40B4-BE49-F238E27FC236}">
                <a16:creationId xmlns:a16="http://schemas.microsoft.com/office/drawing/2014/main" id="{DD5D15E1-8F4F-6D2F-6906-69CE5F531381}"/>
              </a:ext>
            </a:extLst>
          </p:cNvPr>
          <p:cNvSpPr>
            <a:spLocks noChangeArrowheads="1"/>
          </p:cNvSpPr>
          <p:nvPr/>
        </p:nvSpPr>
        <p:spPr bwMode="auto">
          <a:xfrm>
            <a:off x="402371" y="-54423"/>
            <a:ext cx="10228115" cy="6155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444170" tIns="45720" rIns="91440" bIns="46023" numCol="1" anchor="ctr" anchorCtr="0" compatLnSpc="1">
            <a:prstTxWarp prst="textNoShape">
              <a:avLst/>
            </a:prstTxWarp>
            <a:spAutoFit/>
          </a:bodyPr>
          <a:lstStyle>
            <a:lvl1pPr eaLnBrk="0" fontAlgn="base" hangingPunct="0">
              <a:spcBef>
                <a:spcPct val="0"/>
              </a:spcBef>
              <a:spcAft>
                <a:spcPct val="0"/>
              </a:spcAft>
              <a:tabLst>
                <a:tab pos="1646238" algn="ctr"/>
                <a:tab pos="9959975" algn="r"/>
              </a:tabLst>
              <a:defRPr>
                <a:solidFill>
                  <a:schemeClr val="tx1"/>
                </a:solidFill>
                <a:latin typeface="Arial" panose="020B0604020202020204" pitchFamily="34" charset="0"/>
              </a:defRPr>
            </a:lvl1pPr>
            <a:lvl2pPr eaLnBrk="0" fontAlgn="base" hangingPunct="0">
              <a:spcBef>
                <a:spcPct val="0"/>
              </a:spcBef>
              <a:spcAft>
                <a:spcPct val="0"/>
              </a:spcAft>
              <a:tabLst>
                <a:tab pos="1646238" algn="ctr"/>
                <a:tab pos="9959975" algn="r"/>
              </a:tabLst>
              <a:defRPr>
                <a:solidFill>
                  <a:schemeClr val="tx1"/>
                </a:solidFill>
                <a:latin typeface="Arial" panose="020B0604020202020204" pitchFamily="34" charset="0"/>
              </a:defRPr>
            </a:lvl2pPr>
            <a:lvl3pPr eaLnBrk="0" fontAlgn="base" hangingPunct="0">
              <a:spcBef>
                <a:spcPct val="0"/>
              </a:spcBef>
              <a:spcAft>
                <a:spcPct val="0"/>
              </a:spcAft>
              <a:tabLst>
                <a:tab pos="1646238" algn="ctr"/>
                <a:tab pos="9959975" algn="r"/>
              </a:tabLst>
              <a:defRPr>
                <a:solidFill>
                  <a:schemeClr val="tx1"/>
                </a:solidFill>
                <a:latin typeface="Arial" panose="020B0604020202020204" pitchFamily="34" charset="0"/>
              </a:defRPr>
            </a:lvl3pPr>
            <a:lvl4pPr eaLnBrk="0" fontAlgn="base" hangingPunct="0">
              <a:spcBef>
                <a:spcPct val="0"/>
              </a:spcBef>
              <a:spcAft>
                <a:spcPct val="0"/>
              </a:spcAft>
              <a:tabLst>
                <a:tab pos="1646238" algn="ctr"/>
                <a:tab pos="9959975" algn="r"/>
              </a:tabLst>
              <a:defRPr>
                <a:solidFill>
                  <a:schemeClr val="tx1"/>
                </a:solidFill>
                <a:latin typeface="Arial" panose="020B0604020202020204" pitchFamily="34" charset="0"/>
              </a:defRPr>
            </a:lvl4pPr>
            <a:lvl5pPr eaLnBrk="0" fontAlgn="base" hangingPunct="0">
              <a:spcBef>
                <a:spcPct val="0"/>
              </a:spcBef>
              <a:spcAft>
                <a:spcPct val="0"/>
              </a:spcAft>
              <a:tabLst>
                <a:tab pos="1646238" algn="ctr"/>
                <a:tab pos="9959975" algn="r"/>
              </a:tabLst>
              <a:defRPr>
                <a:solidFill>
                  <a:schemeClr val="tx1"/>
                </a:solidFill>
                <a:latin typeface="Arial" panose="020B0604020202020204" pitchFamily="34" charset="0"/>
              </a:defRPr>
            </a:lvl5pPr>
            <a:lvl6pPr eaLnBrk="0" fontAlgn="base" hangingPunct="0">
              <a:spcBef>
                <a:spcPct val="0"/>
              </a:spcBef>
              <a:spcAft>
                <a:spcPct val="0"/>
              </a:spcAft>
              <a:tabLst>
                <a:tab pos="1646238" algn="ctr"/>
                <a:tab pos="9959975" algn="r"/>
              </a:tabLst>
              <a:defRPr>
                <a:solidFill>
                  <a:schemeClr val="tx1"/>
                </a:solidFill>
                <a:latin typeface="Arial" panose="020B0604020202020204" pitchFamily="34" charset="0"/>
              </a:defRPr>
            </a:lvl6pPr>
            <a:lvl7pPr eaLnBrk="0" fontAlgn="base" hangingPunct="0">
              <a:spcBef>
                <a:spcPct val="0"/>
              </a:spcBef>
              <a:spcAft>
                <a:spcPct val="0"/>
              </a:spcAft>
              <a:tabLst>
                <a:tab pos="1646238" algn="ctr"/>
                <a:tab pos="9959975" algn="r"/>
              </a:tabLst>
              <a:defRPr>
                <a:solidFill>
                  <a:schemeClr val="tx1"/>
                </a:solidFill>
                <a:latin typeface="Arial" panose="020B0604020202020204" pitchFamily="34" charset="0"/>
              </a:defRPr>
            </a:lvl7pPr>
            <a:lvl8pPr eaLnBrk="0" fontAlgn="base" hangingPunct="0">
              <a:spcBef>
                <a:spcPct val="0"/>
              </a:spcBef>
              <a:spcAft>
                <a:spcPct val="0"/>
              </a:spcAft>
              <a:tabLst>
                <a:tab pos="1646238" algn="ctr"/>
                <a:tab pos="9959975" algn="r"/>
              </a:tabLst>
              <a:defRPr>
                <a:solidFill>
                  <a:schemeClr val="tx1"/>
                </a:solidFill>
                <a:latin typeface="Arial" panose="020B0604020202020204" pitchFamily="34" charset="0"/>
              </a:defRPr>
            </a:lvl8pPr>
            <a:lvl9pPr eaLnBrk="0" fontAlgn="base" hangingPunct="0">
              <a:spcBef>
                <a:spcPct val="0"/>
              </a:spcBef>
              <a:spcAft>
                <a:spcPct val="0"/>
              </a:spcAft>
              <a:tabLst>
                <a:tab pos="1646238" algn="ctr"/>
                <a:tab pos="9959975" algn="r"/>
              </a:tabLs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tab pos="1646238" algn="ctr"/>
                <a:tab pos="9959975" algn="r"/>
              </a:tabLst>
            </a:pPr>
            <a:r>
              <a:rPr kumimoji="0" lang="en-US" altLang="en-US" sz="2800" b="1" i="0" u="none" strike="noStrike" cap="none" normalizeH="0" baseline="0" dirty="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SIMATS ENGINEERING </a:t>
            </a:r>
          </a:p>
          <a:p>
            <a:pPr marL="0" marR="0" lvl="0" indent="0" algn="ctr" defTabSz="914400" rtl="0" eaLnBrk="0" fontAlgn="base" latinLnBrk="0" hangingPunct="0">
              <a:lnSpc>
                <a:spcPct val="100000"/>
              </a:lnSpc>
              <a:spcBef>
                <a:spcPct val="0"/>
              </a:spcBef>
              <a:spcAft>
                <a:spcPct val="0"/>
              </a:spcAft>
              <a:buClrTx/>
              <a:buSzTx/>
              <a:buFontTx/>
              <a:buNone/>
              <a:tabLst>
                <a:tab pos="1646238" algn="ctr"/>
                <a:tab pos="9959975" algn="r"/>
              </a:tabLst>
            </a:pPr>
            <a:endParaRPr kumimoji="0" lang="en-US" altLang="en-US" sz="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tab pos="1646238" algn="ctr"/>
                <a:tab pos="9959975" algn="r"/>
              </a:tabLst>
            </a:pPr>
            <a:r>
              <a:rPr kumimoji="0" lang="en-US" altLang="en-US" sz="2000" b="1" i="0" u="none" strike="noStrike" cap="none" normalizeH="0" baseline="0" dirty="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SAVEETHA INSTITUTE OF MEDICAL AND TECHNICAL SCIENCES </a:t>
            </a:r>
            <a:endParaRPr kumimoji="0" lang="en-US" altLang="en-US" sz="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tab pos="1646238" algn="ctr"/>
                <a:tab pos="9959975" algn="r"/>
              </a:tabLst>
            </a:pPr>
            <a:r>
              <a:rPr kumimoji="0" lang="en-US" altLang="en-US" sz="2800" b="0" i="0" u="none" strike="noStrike" cap="none" normalizeH="0" baseline="0" dirty="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Capstone project presentation </a:t>
            </a:r>
          </a:p>
          <a:p>
            <a:pPr marL="0" marR="0" lvl="0" indent="0" algn="ctr" defTabSz="914400" rtl="0" eaLnBrk="0" fontAlgn="base" latinLnBrk="0" hangingPunct="0">
              <a:lnSpc>
                <a:spcPct val="100000"/>
              </a:lnSpc>
              <a:spcBef>
                <a:spcPct val="0"/>
              </a:spcBef>
              <a:spcAft>
                <a:spcPct val="0"/>
              </a:spcAft>
              <a:buClrTx/>
              <a:buSzTx/>
              <a:buFontTx/>
              <a:buNone/>
              <a:tabLst>
                <a:tab pos="1646238" algn="ctr"/>
                <a:tab pos="9959975" algn="r"/>
              </a:tabLst>
            </a:pPr>
            <a:endParaRPr kumimoji="0" lang="en-US" altLang="en-US" sz="2800" b="0" i="0" u="none" strike="noStrike" cap="none" normalizeH="0" baseline="0" dirty="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lvl="0" algn="ctr"/>
            <a:r>
              <a:rPr lang="en-US" altLang="en-US" sz="3600" b="1" dirty="0">
                <a:solidFill>
                  <a:srgbClr val="000000"/>
                </a:solidFill>
                <a:latin typeface="Times New Roman" panose="02020603050405020304" pitchFamily="18" charset="0"/>
                <a:cs typeface="Times New Roman" panose="02020603050405020304" pitchFamily="18" charset="0"/>
              </a:rPr>
              <a:t>House price prediction</a:t>
            </a:r>
          </a:p>
          <a:p>
            <a:pPr algn="ctr"/>
            <a:r>
              <a:rPr lang="en-US" sz="2400" dirty="0">
                <a:latin typeface="Times New Roman" panose="02020603050405020304" pitchFamily="18" charset="0"/>
                <a:ea typeface="Calibri" pitchFamily="34" charset="-122"/>
                <a:cs typeface="Times New Roman" panose="02020603050405020304" pitchFamily="18" charset="0"/>
              </a:rPr>
              <a:t>An AI-based approach to estimating residential property value from structured housing data</a:t>
            </a:r>
            <a:endParaRPr lang="en-US" sz="2400" dirty="0">
              <a:latin typeface="Times New Roman" panose="02020603050405020304" pitchFamily="18" charset="0"/>
              <a:cs typeface="Times New Roman" panose="02020603050405020304" pitchFamily="18" charset="0"/>
            </a:endParaRPr>
          </a:p>
          <a:p>
            <a:pPr lvl="0" algn="ctr"/>
            <a:endParaRPr lang="en-US" altLang="en-US" sz="3600" b="1" dirty="0">
              <a:solidFill>
                <a:srgbClr val="000000"/>
              </a:solidFill>
              <a:latin typeface="Times New Roman" panose="02020603050405020304" pitchFamily="18" charset="0"/>
              <a:cs typeface="Times New Roman" panose="02020603050405020304" pitchFamily="18" charset="0"/>
            </a:endParaRPr>
          </a:p>
          <a:p>
            <a:pPr lvl="0" algn="ctr"/>
            <a:endParaRPr lang="en-US" altLang="en-US" dirty="0">
              <a:latin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tab pos="1646238" algn="ctr"/>
                <a:tab pos="9959975" algn="r"/>
              </a:tabLst>
            </a:pPr>
            <a:r>
              <a:rPr kumimoji="0" lang="en-US" altLang="en-US" sz="2400" b="1" i="1" u="none" strike="noStrike" cap="none" normalizeH="0" baseline="0" dirty="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kumimoji="0" lang="en-US" altLang="en-US" sz="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tab pos="1646238" algn="ctr"/>
                <a:tab pos="9959975" algn="r"/>
              </a:tabLst>
            </a:pPr>
            <a:r>
              <a:rPr lang="en-US" altLang="en-US"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CSA1711-Artificial Intelligence </a:t>
            </a:r>
            <a:endParaRPr kumimoji="0" lang="en-US" altLang="en-US" sz="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1646238" algn="ctr"/>
                <a:tab pos="9959975" algn="r"/>
              </a:tabLst>
            </a:pPr>
            <a:r>
              <a:rPr kumimoji="0" lang="en-US" altLang="en-US" sz="1000" b="1" i="0" u="none" strike="noStrike" cap="none" normalizeH="0" baseline="0" dirty="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kumimoji="0" lang="en-US" altLang="en-US" sz="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1646238" algn="ctr"/>
                <a:tab pos="9959975" algn="r"/>
              </a:tabLst>
            </a:pPr>
            <a:r>
              <a:rPr kumimoji="0" lang="en-US" altLang="en-US" sz="1000" b="1" i="0" u="none" strike="noStrike" cap="none" normalizeH="0" baseline="0" dirty="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kumimoji="0" lang="en-US" altLang="en-US" sz="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1646238" algn="ctr"/>
                <a:tab pos="9959975" algn="r"/>
              </a:tabLst>
            </a:pPr>
            <a:r>
              <a:rPr kumimoji="0" lang="en-US" altLang="en-US" sz="2400" b="1" i="0" u="none" strike="noStrike" cap="none" normalizeH="0" baseline="0" dirty="0">
                <a:ln>
                  <a:noFill/>
                </a:ln>
                <a:solidFill>
                  <a:srgbClr val="0C0C0C"/>
                </a:solidFill>
                <a:effectLst/>
                <a:latin typeface="Times New Roman" panose="02020603050405020304" pitchFamily="18" charset="0"/>
                <a:ea typeface="Times New Roman" panose="02020603050405020304" pitchFamily="18" charset="0"/>
                <a:cs typeface="Times New Roman" panose="02020603050405020304" pitchFamily="18" charset="0"/>
              </a:rPr>
              <a:t>                                                                             Presented by:</a:t>
            </a:r>
            <a:r>
              <a:rPr kumimoji="0" lang="en-US" altLang="en-US" sz="2400" b="1" i="0" u="none" strike="noStrike" cap="none" normalizeH="0" baseline="0" dirty="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altLang="en-US" sz="8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1646238" algn="ctr"/>
                <a:tab pos="9959975" algn="r"/>
              </a:tabLst>
            </a:pPr>
            <a:r>
              <a:rPr kumimoji="0" lang="en-US" altLang="en-US" sz="2600" b="1" i="0" u="none" strike="noStrike" cap="none" normalizeH="0" baseline="0" dirty="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Guided By 	</a:t>
            </a:r>
            <a:endParaRPr lang="en-US" altLang="en-US" sz="26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1646238" algn="ctr"/>
                <a:tab pos="9959975" algn="r"/>
              </a:tabLst>
            </a:pPr>
            <a:endParaRPr kumimoji="0" lang="en-US" altLang="en-US" sz="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1646238" algn="ctr"/>
                <a:tab pos="9959975" algn="r"/>
              </a:tabLst>
            </a:pPr>
            <a:r>
              <a:rPr kumimoji="0" lang="en-US" altLang="en-US" sz="2400" b="0" i="0" u="none" strike="noStrike" cap="none" normalizeH="0" baseline="0" dirty="0" err="1">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Dr.</a:t>
            </a:r>
            <a:r>
              <a:rPr lang="en-US" altLang="en-US" sz="2400" dirty="0" err="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K.KRISHNA</a:t>
            </a:r>
            <a:r>
              <a:rPr lang="en-US" altLang="en-US" sz="24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KUMAR</a:t>
            </a:r>
          </a:p>
        </p:txBody>
      </p:sp>
      <p:sp>
        <p:nvSpPr>
          <p:cNvPr id="2" name="TextBox 1">
            <a:extLst>
              <a:ext uri="{FF2B5EF4-FFF2-40B4-BE49-F238E27FC236}">
                <a16:creationId xmlns:a16="http://schemas.microsoft.com/office/drawing/2014/main" id="{48A876F4-9E24-3D5F-C3EC-1684200B400E}"/>
              </a:ext>
            </a:extLst>
          </p:cNvPr>
          <p:cNvSpPr txBox="1"/>
          <p:nvPr/>
        </p:nvSpPr>
        <p:spPr>
          <a:xfrm>
            <a:off x="6390290" y="5501249"/>
            <a:ext cx="5731372" cy="830997"/>
          </a:xfrm>
          <a:prstGeom prst="rect">
            <a:avLst/>
          </a:prstGeom>
          <a:noFill/>
        </p:spPr>
        <p:txBody>
          <a:bodyPr wrap="square" rtlCol="0">
            <a:spAutoFit/>
          </a:bodyPr>
          <a:lstStyle/>
          <a:p>
            <a:r>
              <a:rPr lang="en-US" sz="2400" dirty="0">
                <a:latin typeface="Arial" panose="020B0604020202020204" pitchFamily="34" charset="0"/>
                <a:cs typeface="Arial" panose="020B0604020202020204" pitchFamily="34" charset="0"/>
              </a:rPr>
              <a:t>A.P.GAUTHAM SINGH (192412007)</a:t>
            </a:r>
            <a:br>
              <a:rPr lang="en-US" sz="2400" dirty="0">
                <a:latin typeface="Arial" panose="020B0604020202020204" pitchFamily="34" charset="0"/>
                <a:cs typeface="Arial" panose="020B0604020202020204" pitchFamily="34" charset="0"/>
              </a:rPr>
            </a:br>
            <a:endParaRPr lang="en-IN" sz="2400" dirty="0">
              <a:latin typeface="Arial" panose="020B0604020202020204" pitchFamily="34" charset="0"/>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3AEC63E-AB65-7C48-0BEF-FC9F563C6545}"/>
              </a:ext>
            </a:extLst>
          </p:cNvPr>
          <p:cNvPicPr/>
          <p:nvPr/>
        </p:nvPicPr>
        <p:blipFill>
          <a:blip r:embed="rId2" cstate="print">
            <a:extLst>
              <a:ext uri="{28A0092B-C50C-407E-A947-70E740481C1C}">
                <a14:useLocalDpi xmlns:a14="http://schemas.microsoft.com/office/drawing/2010/main" val="0"/>
              </a:ext>
            </a:extLst>
          </a:blip>
          <a:srcRect/>
          <a:stretch>
            <a:fillRect/>
          </a:stretch>
        </p:blipFill>
        <p:spPr>
          <a:xfrm>
            <a:off x="254191" y="271139"/>
            <a:ext cx="1135117" cy="1342884"/>
          </a:xfrm>
          <a:prstGeom prst="rect">
            <a:avLst/>
          </a:prstGeom>
          <a:noFill/>
        </p:spPr>
      </p:pic>
      <p:sp>
        <p:nvSpPr>
          <p:cNvPr id="5" name="Rectangle 2">
            <a:extLst>
              <a:ext uri="{FF2B5EF4-FFF2-40B4-BE49-F238E27FC236}">
                <a16:creationId xmlns:a16="http://schemas.microsoft.com/office/drawing/2014/main" id="{E0D4E12D-852D-6541-35A5-8D3C674975F8}"/>
              </a:ext>
            </a:extLst>
          </p:cNvPr>
          <p:cNvSpPr txBox="1">
            <a:spLocks noChangeArrowheads="1"/>
          </p:cNvSpPr>
          <p:nvPr/>
        </p:nvSpPr>
        <p:spPr bwMode="auto">
          <a:xfrm>
            <a:off x="2423327" y="478383"/>
            <a:ext cx="7345345" cy="685800"/>
          </a:xfrm>
          <a:prstGeom prst="rect">
            <a:avLst/>
          </a:prstGeom>
          <a:solidFill>
            <a:schemeClr val="accent5"/>
          </a:solidFill>
          <a:ln w="9525">
            <a:noFill/>
            <a:miter lim="800000"/>
          </a:ln>
        </p:spPr>
        <p:txBody>
          <a:bodyPr anchor="ctr"/>
          <a:lstStyle/>
          <a:p>
            <a:r>
              <a:rPr lang="en-IN" sz="3200" dirty="0">
                <a:solidFill>
                  <a:schemeClr val="bg1"/>
                </a:solidFill>
                <a:latin typeface="Times New Roman" panose="02020603050405020304" pitchFamily="18" charset="0"/>
                <a:cs typeface="Times New Roman" panose="02020603050405020304" pitchFamily="18" charset="0"/>
              </a:rPr>
              <a:t>                               AIM</a:t>
            </a:r>
          </a:p>
        </p:txBody>
      </p:sp>
      <p:pic>
        <p:nvPicPr>
          <p:cNvPr id="7" name="Picture 6">
            <a:extLst>
              <a:ext uri="{FF2B5EF4-FFF2-40B4-BE49-F238E27FC236}">
                <a16:creationId xmlns:a16="http://schemas.microsoft.com/office/drawing/2014/main" id="{0934451A-56BD-C24D-107B-8AAF59D1E9C6}"/>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623560" y="191626"/>
            <a:ext cx="1520114" cy="1342884"/>
          </a:xfrm>
          <a:prstGeom prst="rect">
            <a:avLst/>
          </a:prstGeom>
          <a:noFill/>
          <a:ln>
            <a:noFill/>
          </a:ln>
        </p:spPr>
      </p:pic>
      <p:sp>
        <p:nvSpPr>
          <p:cNvPr id="8" name="Shape 5">
            <a:extLst>
              <a:ext uri="{FF2B5EF4-FFF2-40B4-BE49-F238E27FC236}">
                <a16:creationId xmlns:a16="http://schemas.microsoft.com/office/drawing/2014/main" id="{E8E89BFD-E655-D7FF-29DC-CDE16384A649}"/>
              </a:ext>
            </a:extLst>
          </p:cNvPr>
          <p:cNvSpPr/>
          <p:nvPr/>
        </p:nvSpPr>
        <p:spPr>
          <a:xfrm>
            <a:off x="593888" y="1981514"/>
            <a:ext cx="11133055" cy="3931920"/>
          </a:xfrm>
          <a:prstGeom prst="roundRect">
            <a:avLst>
              <a:gd name="adj" fmla="val 2791"/>
            </a:avLst>
          </a:prstGeom>
          <a:solidFill>
            <a:srgbClr val="FFFFFF"/>
          </a:solidFill>
          <a:ln w="12700">
            <a:solidFill>
              <a:srgbClr val="E3E6EF"/>
            </a:solidFill>
            <a:prstDash val="solid"/>
          </a:ln>
        </p:spPr>
        <p:txBody>
          <a:bodyPr/>
          <a:lstStyle/>
          <a:p>
            <a:pPr>
              <a:lnSpc>
                <a:spcPct val="135000"/>
              </a:lnSpc>
            </a:pPr>
            <a:r>
              <a:rPr lang="en-US" sz="3200" dirty="0">
                <a:latin typeface="Times New Roman" panose="02020603050405020304" pitchFamily="18" charset="0"/>
                <a:ea typeface="Calibri" pitchFamily="34" charset="-122"/>
                <a:cs typeface="Times New Roman" panose="02020603050405020304" pitchFamily="18" charset="0"/>
              </a:rPr>
              <a:t>To design and develop an AI-based system that accurately predicts the market price of a house using key property attributes such as location, area, number of rooms, and amenities — enabling buyers, sellers, and real-estate platforms to make informed, data-backed pricing decisions.</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466015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Tw Cen MT" panose="020B0602020104020603" pitchFamily="34" charset="0"/>
              </a:defRPr>
            </a:lvl1pPr>
            <a:lvl2pPr marL="742950" indent="-285750">
              <a:defRPr>
                <a:solidFill>
                  <a:schemeClr val="tx1"/>
                </a:solidFill>
                <a:latin typeface="Tw Cen MT" panose="020B0602020104020603" pitchFamily="34" charset="0"/>
              </a:defRPr>
            </a:lvl2pPr>
            <a:lvl3pPr marL="1143000" indent="-228600">
              <a:defRPr>
                <a:solidFill>
                  <a:schemeClr val="tx1"/>
                </a:solidFill>
                <a:latin typeface="Tw Cen MT" panose="020B0602020104020603" pitchFamily="34" charset="0"/>
              </a:defRPr>
            </a:lvl3pPr>
            <a:lvl4pPr marL="1600200" indent="-228600">
              <a:defRPr>
                <a:solidFill>
                  <a:schemeClr val="tx1"/>
                </a:solidFill>
                <a:latin typeface="Tw Cen MT" panose="020B0602020104020603" pitchFamily="34" charset="0"/>
              </a:defRPr>
            </a:lvl4pPr>
            <a:lvl5pPr marL="2057400" indent="-228600">
              <a:defRPr>
                <a:solidFill>
                  <a:schemeClr val="tx1"/>
                </a:solidFill>
                <a:latin typeface="Tw Cen MT" panose="020B0602020104020603" pitchFamily="34" charset="0"/>
              </a:defRPr>
            </a:lvl5pPr>
            <a:lvl6pPr marL="2514600" indent="-228600" defTabSz="457200" eaLnBrk="0" fontAlgn="base" hangingPunct="0">
              <a:spcBef>
                <a:spcPct val="0"/>
              </a:spcBef>
              <a:spcAft>
                <a:spcPct val="0"/>
              </a:spcAft>
              <a:defRPr>
                <a:solidFill>
                  <a:schemeClr val="tx1"/>
                </a:solidFill>
                <a:latin typeface="Tw Cen MT" panose="020B0602020104020603" pitchFamily="34" charset="0"/>
              </a:defRPr>
            </a:lvl6pPr>
            <a:lvl7pPr marL="2971800" indent="-228600" defTabSz="457200" eaLnBrk="0" fontAlgn="base" hangingPunct="0">
              <a:spcBef>
                <a:spcPct val="0"/>
              </a:spcBef>
              <a:spcAft>
                <a:spcPct val="0"/>
              </a:spcAft>
              <a:defRPr>
                <a:solidFill>
                  <a:schemeClr val="tx1"/>
                </a:solidFill>
                <a:latin typeface="Tw Cen MT" panose="020B0602020104020603" pitchFamily="34" charset="0"/>
              </a:defRPr>
            </a:lvl7pPr>
            <a:lvl8pPr marL="3429000" indent="-228600" defTabSz="457200" eaLnBrk="0" fontAlgn="base" hangingPunct="0">
              <a:spcBef>
                <a:spcPct val="0"/>
              </a:spcBef>
              <a:spcAft>
                <a:spcPct val="0"/>
              </a:spcAft>
              <a:defRPr>
                <a:solidFill>
                  <a:schemeClr val="tx1"/>
                </a:solidFill>
                <a:latin typeface="Tw Cen MT" panose="020B0602020104020603" pitchFamily="34" charset="0"/>
              </a:defRPr>
            </a:lvl8pPr>
            <a:lvl9pPr marL="3886200" indent="-228600" defTabSz="457200" eaLnBrk="0" fontAlgn="base" hangingPunct="0">
              <a:spcBef>
                <a:spcPct val="0"/>
              </a:spcBef>
              <a:spcAft>
                <a:spcPct val="0"/>
              </a:spcAft>
              <a:defRPr>
                <a:solidFill>
                  <a:schemeClr val="tx1"/>
                </a:solidFill>
                <a:latin typeface="Tw Cen MT" panose="020B0602020104020603" pitchFamily="34" charset="0"/>
              </a:defRPr>
            </a:lvl9pPr>
          </a:lstStyle>
          <a:p>
            <a:fld id="{E71134AA-D2AD-499E-B752-F635D7C6C5C7}" type="slidenum">
              <a:rPr lang="en-US" altLang="en-US">
                <a:solidFill>
                  <a:srgbClr val="FFFFFF"/>
                </a:solidFill>
                <a:latin typeface="Arial" panose="020B0604020202020204" pitchFamily="34" charset="0"/>
                <a:cs typeface="Arial" panose="020B0604020202020204" pitchFamily="34" charset="0"/>
              </a:rPr>
              <a:t>3</a:t>
            </a:fld>
            <a:endParaRPr lang="en-US" altLang="en-US">
              <a:solidFill>
                <a:srgbClr val="FFFFFF"/>
              </a:solidFill>
              <a:latin typeface="Arial" panose="020B0604020202020204" pitchFamily="34" charset="0"/>
              <a:cs typeface="Arial" panose="020B0604020202020204" pitchFamily="34" charset="0"/>
            </a:endParaRPr>
          </a:p>
        </p:txBody>
      </p:sp>
      <p:sp>
        <p:nvSpPr>
          <p:cNvPr id="8" name="Rectangle 2"/>
          <p:cNvSpPr txBox="1">
            <a:spLocks noChangeArrowheads="1"/>
          </p:cNvSpPr>
          <p:nvPr/>
        </p:nvSpPr>
        <p:spPr bwMode="auto">
          <a:xfrm>
            <a:off x="2423327" y="478383"/>
            <a:ext cx="7345345" cy="685800"/>
          </a:xfrm>
          <a:prstGeom prst="rect">
            <a:avLst/>
          </a:prstGeom>
          <a:solidFill>
            <a:schemeClr val="accent5"/>
          </a:solidFill>
          <a:ln w="9525">
            <a:noFill/>
            <a:miter lim="800000"/>
          </a:ln>
        </p:spPr>
        <p:txBody>
          <a:bodyPr anchor="ctr"/>
          <a:lstStyle/>
          <a:p>
            <a:r>
              <a:rPr lang="en-IN" sz="3200" dirty="0"/>
              <a:t>                           </a:t>
            </a:r>
            <a:r>
              <a:rPr lang="en-IN" sz="3200" dirty="0">
                <a:solidFill>
                  <a:schemeClr val="bg1"/>
                </a:solidFill>
                <a:latin typeface="Times New Roman" panose="02020603050405020304" pitchFamily="18" charset="0"/>
                <a:cs typeface="Times New Roman" panose="02020603050405020304" pitchFamily="18" charset="0"/>
              </a:rPr>
              <a:t>OBJECTIVES</a:t>
            </a:r>
          </a:p>
        </p:txBody>
      </p:sp>
      <p:sp>
        <p:nvSpPr>
          <p:cNvPr id="15364" name="TextBox 8"/>
          <p:cNvSpPr txBox="1">
            <a:spLocks noChangeArrowheads="1"/>
          </p:cNvSpPr>
          <p:nvPr/>
        </p:nvSpPr>
        <p:spPr bwMode="auto">
          <a:xfrm>
            <a:off x="1905000" y="4648201"/>
            <a:ext cx="46482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w Cen MT" panose="020B0602020104020603" pitchFamily="34" charset="0"/>
              </a:defRPr>
            </a:lvl1pPr>
            <a:lvl2pPr marL="742950" indent="-285750">
              <a:defRPr>
                <a:solidFill>
                  <a:schemeClr val="tx1"/>
                </a:solidFill>
                <a:latin typeface="Tw Cen MT" panose="020B0602020104020603" pitchFamily="34" charset="0"/>
              </a:defRPr>
            </a:lvl2pPr>
            <a:lvl3pPr marL="1143000" indent="-228600">
              <a:defRPr>
                <a:solidFill>
                  <a:schemeClr val="tx1"/>
                </a:solidFill>
                <a:latin typeface="Tw Cen MT" panose="020B0602020104020603" pitchFamily="34" charset="0"/>
              </a:defRPr>
            </a:lvl3pPr>
            <a:lvl4pPr marL="1600200" indent="-228600">
              <a:defRPr>
                <a:solidFill>
                  <a:schemeClr val="tx1"/>
                </a:solidFill>
                <a:latin typeface="Tw Cen MT" panose="020B0602020104020603" pitchFamily="34" charset="0"/>
              </a:defRPr>
            </a:lvl4pPr>
            <a:lvl5pPr marL="2057400" indent="-228600">
              <a:defRPr>
                <a:solidFill>
                  <a:schemeClr val="tx1"/>
                </a:solidFill>
                <a:latin typeface="Tw Cen MT" panose="020B0602020104020603" pitchFamily="34" charset="0"/>
              </a:defRPr>
            </a:lvl5pPr>
            <a:lvl6pPr marL="2514600" indent="-228600" defTabSz="457200" eaLnBrk="0" fontAlgn="base" hangingPunct="0">
              <a:spcBef>
                <a:spcPct val="0"/>
              </a:spcBef>
              <a:spcAft>
                <a:spcPct val="0"/>
              </a:spcAft>
              <a:defRPr>
                <a:solidFill>
                  <a:schemeClr val="tx1"/>
                </a:solidFill>
                <a:latin typeface="Tw Cen MT" panose="020B0602020104020603" pitchFamily="34" charset="0"/>
              </a:defRPr>
            </a:lvl6pPr>
            <a:lvl7pPr marL="2971800" indent="-228600" defTabSz="457200" eaLnBrk="0" fontAlgn="base" hangingPunct="0">
              <a:spcBef>
                <a:spcPct val="0"/>
              </a:spcBef>
              <a:spcAft>
                <a:spcPct val="0"/>
              </a:spcAft>
              <a:defRPr>
                <a:solidFill>
                  <a:schemeClr val="tx1"/>
                </a:solidFill>
                <a:latin typeface="Tw Cen MT" panose="020B0602020104020603" pitchFamily="34" charset="0"/>
              </a:defRPr>
            </a:lvl7pPr>
            <a:lvl8pPr marL="3429000" indent="-228600" defTabSz="457200" eaLnBrk="0" fontAlgn="base" hangingPunct="0">
              <a:spcBef>
                <a:spcPct val="0"/>
              </a:spcBef>
              <a:spcAft>
                <a:spcPct val="0"/>
              </a:spcAft>
              <a:defRPr>
                <a:solidFill>
                  <a:schemeClr val="tx1"/>
                </a:solidFill>
                <a:latin typeface="Tw Cen MT" panose="020B0602020104020603" pitchFamily="34" charset="0"/>
              </a:defRPr>
            </a:lvl8pPr>
            <a:lvl9pPr marL="3886200" indent="-228600" defTabSz="457200" eaLnBrk="0" fontAlgn="base" hangingPunct="0">
              <a:spcBef>
                <a:spcPct val="0"/>
              </a:spcBef>
              <a:spcAft>
                <a:spcPct val="0"/>
              </a:spcAft>
              <a:defRPr>
                <a:solidFill>
                  <a:schemeClr val="tx1"/>
                </a:solidFill>
                <a:latin typeface="Tw Cen MT" panose="020B0602020104020603" pitchFamily="34" charset="0"/>
              </a:defRPr>
            </a:lvl9pPr>
          </a:lstStyle>
          <a:p>
            <a:pPr eaLnBrk="1" hangingPunct="1"/>
            <a:endParaRPr lang="en-US" altLang="en-US" sz="1400">
              <a:latin typeface="Calibri" panose="020F0502020204030204" pitchFamily="34" charset="0"/>
              <a:cs typeface="Arial" panose="020B0604020202020204" pitchFamily="34" charset="0"/>
            </a:endParaRPr>
          </a:p>
        </p:txBody>
      </p:sp>
      <p:sp>
        <p:nvSpPr>
          <p:cNvPr id="15366" name="TextBox 1"/>
          <p:cNvSpPr txBox="1">
            <a:spLocks noChangeArrowheads="1"/>
          </p:cNvSpPr>
          <p:nvPr/>
        </p:nvSpPr>
        <p:spPr bwMode="auto">
          <a:xfrm>
            <a:off x="2155826" y="6240367"/>
            <a:ext cx="79787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w Cen MT" panose="020B0602020104020603" pitchFamily="34" charset="0"/>
              </a:defRPr>
            </a:lvl1pPr>
            <a:lvl2pPr marL="742950" indent="-285750">
              <a:defRPr>
                <a:solidFill>
                  <a:schemeClr val="tx1"/>
                </a:solidFill>
                <a:latin typeface="Tw Cen MT" panose="020B0602020104020603" pitchFamily="34" charset="0"/>
              </a:defRPr>
            </a:lvl2pPr>
            <a:lvl3pPr marL="1143000" indent="-228600">
              <a:defRPr>
                <a:solidFill>
                  <a:schemeClr val="tx1"/>
                </a:solidFill>
                <a:latin typeface="Tw Cen MT" panose="020B0602020104020603" pitchFamily="34" charset="0"/>
              </a:defRPr>
            </a:lvl3pPr>
            <a:lvl4pPr marL="1600200" indent="-228600">
              <a:defRPr>
                <a:solidFill>
                  <a:schemeClr val="tx1"/>
                </a:solidFill>
                <a:latin typeface="Tw Cen MT" panose="020B0602020104020603" pitchFamily="34" charset="0"/>
              </a:defRPr>
            </a:lvl4pPr>
            <a:lvl5pPr marL="2057400" indent="-228600">
              <a:defRPr>
                <a:solidFill>
                  <a:schemeClr val="tx1"/>
                </a:solidFill>
                <a:latin typeface="Tw Cen MT" panose="020B0602020104020603" pitchFamily="34" charset="0"/>
              </a:defRPr>
            </a:lvl5pPr>
            <a:lvl6pPr marL="2514600" indent="-228600" defTabSz="457200" eaLnBrk="0" fontAlgn="base" hangingPunct="0">
              <a:spcBef>
                <a:spcPct val="0"/>
              </a:spcBef>
              <a:spcAft>
                <a:spcPct val="0"/>
              </a:spcAft>
              <a:defRPr>
                <a:solidFill>
                  <a:schemeClr val="tx1"/>
                </a:solidFill>
                <a:latin typeface="Tw Cen MT" panose="020B0602020104020603" pitchFamily="34" charset="0"/>
              </a:defRPr>
            </a:lvl6pPr>
            <a:lvl7pPr marL="2971800" indent="-228600" defTabSz="457200" eaLnBrk="0" fontAlgn="base" hangingPunct="0">
              <a:spcBef>
                <a:spcPct val="0"/>
              </a:spcBef>
              <a:spcAft>
                <a:spcPct val="0"/>
              </a:spcAft>
              <a:defRPr>
                <a:solidFill>
                  <a:schemeClr val="tx1"/>
                </a:solidFill>
                <a:latin typeface="Tw Cen MT" panose="020B0602020104020603" pitchFamily="34" charset="0"/>
              </a:defRPr>
            </a:lvl7pPr>
            <a:lvl8pPr marL="3429000" indent="-228600" defTabSz="457200" eaLnBrk="0" fontAlgn="base" hangingPunct="0">
              <a:spcBef>
                <a:spcPct val="0"/>
              </a:spcBef>
              <a:spcAft>
                <a:spcPct val="0"/>
              </a:spcAft>
              <a:defRPr>
                <a:solidFill>
                  <a:schemeClr val="tx1"/>
                </a:solidFill>
                <a:latin typeface="Tw Cen MT" panose="020B0602020104020603" pitchFamily="34" charset="0"/>
              </a:defRPr>
            </a:lvl8pPr>
            <a:lvl9pPr marL="3886200" indent="-228600" defTabSz="457200" eaLnBrk="0" fontAlgn="base" hangingPunct="0">
              <a:spcBef>
                <a:spcPct val="0"/>
              </a:spcBef>
              <a:spcAft>
                <a:spcPct val="0"/>
              </a:spcAft>
              <a:defRPr>
                <a:solidFill>
                  <a:schemeClr val="tx1"/>
                </a:solidFill>
                <a:latin typeface="Tw Cen MT" panose="020B0602020104020603" pitchFamily="34" charset="0"/>
              </a:defRPr>
            </a:lvl9pPr>
          </a:lstStyle>
          <a:p>
            <a:pPr eaLnBrk="1" hangingPunct="1"/>
            <a:r>
              <a:rPr lang="en-US" altLang="en-US">
                <a:latin typeface="Perpetua" panose="02020502060401020303" pitchFamily="18" charset="0"/>
                <a:cs typeface="Arial" panose="020B0604020202020204" pitchFamily="34" charset="0"/>
              </a:rPr>
              <a:t>  </a:t>
            </a:r>
            <a:endParaRPr lang="en-US" altLang="en-US" sz="900">
              <a:solidFill>
                <a:srgbClr val="7030A0"/>
              </a:solidFill>
              <a:latin typeface="Arial" panose="020B0604020202020204" pitchFamily="34" charset="0"/>
              <a:cs typeface="Arial" panose="020B0604020202020204" pitchFamily="34" charset="0"/>
            </a:endParaRPr>
          </a:p>
        </p:txBody>
      </p:sp>
      <p:sp>
        <p:nvSpPr>
          <p:cNvPr id="3" name="Rectangle 1">
            <a:extLst>
              <a:ext uri="{FF2B5EF4-FFF2-40B4-BE49-F238E27FC236}">
                <a16:creationId xmlns:a16="http://schemas.microsoft.com/office/drawing/2014/main" id="{0B4ECEDE-12B6-F321-65ED-4E97D60B2152}"/>
              </a:ext>
            </a:extLst>
          </p:cNvPr>
          <p:cNvSpPr>
            <a:spLocks noChangeArrowheads="1"/>
          </p:cNvSpPr>
          <p:nvPr/>
        </p:nvSpPr>
        <p:spPr bwMode="auto">
          <a:xfrm>
            <a:off x="1573213" y="3796686"/>
            <a:ext cx="9144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1A30AA57-D5AE-AD83-69E0-9C220B2C5FC0}"/>
              </a:ext>
            </a:extLst>
          </p:cNvPr>
          <p:cNvSpPr txBox="1"/>
          <p:nvPr/>
        </p:nvSpPr>
        <p:spPr>
          <a:xfrm>
            <a:off x="639641" y="1899544"/>
            <a:ext cx="10501325" cy="4435830"/>
          </a:xfrm>
          <a:prstGeom prst="rect">
            <a:avLst/>
          </a:prstGeom>
          <a:noFill/>
        </p:spPr>
        <p:txBody>
          <a:bodyPr wrap="square" rtlCol="0">
            <a:spAutoFit/>
          </a:bodyPr>
          <a:lstStyle/>
          <a:p>
            <a:pPr>
              <a:lnSpc>
                <a:spcPct val="150000"/>
              </a:lnSpc>
            </a:pPr>
            <a:r>
              <a:rPr lang="en-US" sz="3200" dirty="0">
                <a:latin typeface="Times New Roman" panose="02020603050405020304" pitchFamily="18" charset="0"/>
                <a:cs typeface="Times New Roman" panose="02020603050405020304" pitchFamily="18" charset="0"/>
              </a:rPr>
              <a:t>This project aims to transform raw real estate data into a clean and structured format, analyze key patterns and relationships, and apply advanced machine learning techniques to accurately predict property prices. It focuses on building a complete pipeline from data preprocessing to intelligent prediction, ensuring both accuracy and practical usability.</a:t>
            </a:r>
          </a:p>
        </p:txBody>
      </p:sp>
      <p:pic>
        <p:nvPicPr>
          <p:cNvPr id="4" name="Picture 3">
            <a:extLst>
              <a:ext uri="{FF2B5EF4-FFF2-40B4-BE49-F238E27FC236}">
                <a16:creationId xmlns:a16="http://schemas.microsoft.com/office/drawing/2014/main" id="{05EAFC96-7489-435D-DE8C-E27CB800F147}"/>
              </a:ext>
            </a:extLst>
          </p:cNvPr>
          <p:cNvPicPr/>
          <p:nvPr/>
        </p:nvPicPr>
        <p:blipFill>
          <a:blip r:embed="rId3" cstate="print">
            <a:extLst>
              <a:ext uri="{28A0092B-C50C-407E-A947-70E740481C1C}">
                <a14:useLocalDpi xmlns:a14="http://schemas.microsoft.com/office/drawing/2010/main" val="0"/>
              </a:ext>
            </a:extLst>
          </a:blip>
          <a:srcRect/>
          <a:stretch>
            <a:fillRect/>
          </a:stretch>
        </p:blipFill>
        <p:spPr>
          <a:xfrm>
            <a:off x="254191" y="271139"/>
            <a:ext cx="1135117" cy="1342884"/>
          </a:xfrm>
          <a:prstGeom prst="rect">
            <a:avLst/>
          </a:prstGeom>
          <a:noFill/>
        </p:spPr>
      </p:pic>
      <p:pic>
        <p:nvPicPr>
          <p:cNvPr id="5" name="Picture 4">
            <a:extLst>
              <a:ext uri="{FF2B5EF4-FFF2-40B4-BE49-F238E27FC236}">
                <a16:creationId xmlns:a16="http://schemas.microsoft.com/office/drawing/2014/main" id="{C072EB6B-1DE1-262D-BB2E-BF2954B1D7A5}"/>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10623560" y="191626"/>
            <a:ext cx="1520114" cy="134288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3A28511-3E19-31AC-B68F-CC7192971E92}"/>
              </a:ext>
            </a:extLst>
          </p:cNvPr>
          <p:cNvSpPr txBox="1">
            <a:spLocks noChangeArrowheads="1"/>
          </p:cNvSpPr>
          <p:nvPr/>
        </p:nvSpPr>
        <p:spPr bwMode="auto">
          <a:xfrm>
            <a:off x="2423327" y="478383"/>
            <a:ext cx="7345345" cy="685800"/>
          </a:xfrm>
          <a:prstGeom prst="rect">
            <a:avLst/>
          </a:prstGeom>
          <a:solidFill>
            <a:schemeClr val="accent5"/>
          </a:solidFill>
          <a:ln w="9525">
            <a:noFill/>
            <a:miter lim="800000"/>
          </a:ln>
        </p:spPr>
        <p:txBody>
          <a:bodyPr anchor="ctr"/>
          <a:lstStyle/>
          <a:p>
            <a:r>
              <a:rPr lang="en-IN" sz="3200" dirty="0">
                <a:solidFill>
                  <a:schemeClr val="bg1"/>
                </a:solidFill>
                <a:latin typeface="Times New Roman" panose="02020603050405020304" pitchFamily="18" charset="0"/>
                <a:cs typeface="Times New Roman" panose="02020603050405020304" pitchFamily="18" charset="0"/>
              </a:rPr>
              <a:t>                   PROBLEM USED</a:t>
            </a:r>
          </a:p>
        </p:txBody>
      </p:sp>
      <p:pic>
        <p:nvPicPr>
          <p:cNvPr id="5" name="Picture 4">
            <a:extLst>
              <a:ext uri="{FF2B5EF4-FFF2-40B4-BE49-F238E27FC236}">
                <a16:creationId xmlns:a16="http://schemas.microsoft.com/office/drawing/2014/main" id="{71E40305-13A5-48EF-20E8-322A26849E2C}"/>
              </a:ext>
            </a:extLst>
          </p:cNvPr>
          <p:cNvPicPr/>
          <p:nvPr/>
        </p:nvPicPr>
        <p:blipFill>
          <a:blip r:embed="rId2" cstate="print">
            <a:extLst>
              <a:ext uri="{28A0092B-C50C-407E-A947-70E740481C1C}">
                <a14:useLocalDpi xmlns:a14="http://schemas.microsoft.com/office/drawing/2010/main" val="0"/>
              </a:ext>
            </a:extLst>
          </a:blip>
          <a:srcRect/>
          <a:stretch>
            <a:fillRect/>
          </a:stretch>
        </p:blipFill>
        <p:spPr>
          <a:xfrm>
            <a:off x="254191" y="271139"/>
            <a:ext cx="1135117" cy="1342884"/>
          </a:xfrm>
          <a:prstGeom prst="rect">
            <a:avLst/>
          </a:prstGeom>
          <a:noFill/>
        </p:spPr>
      </p:pic>
      <p:pic>
        <p:nvPicPr>
          <p:cNvPr id="7" name="Picture 6">
            <a:extLst>
              <a:ext uri="{FF2B5EF4-FFF2-40B4-BE49-F238E27FC236}">
                <a16:creationId xmlns:a16="http://schemas.microsoft.com/office/drawing/2014/main" id="{5919F8E0-8A3F-AE4B-2882-7793EE8D6CC3}"/>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623560" y="191626"/>
            <a:ext cx="1520114" cy="1342884"/>
          </a:xfrm>
          <a:prstGeom prst="rect">
            <a:avLst/>
          </a:prstGeom>
          <a:noFill/>
          <a:ln>
            <a:noFill/>
          </a:ln>
        </p:spPr>
      </p:pic>
      <p:sp>
        <p:nvSpPr>
          <p:cNvPr id="8" name="Text 3">
            <a:extLst>
              <a:ext uri="{FF2B5EF4-FFF2-40B4-BE49-F238E27FC236}">
                <a16:creationId xmlns:a16="http://schemas.microsoft.com/office/drawing/2014/main" id="{96798626-4718-319B-EE80-465E666F0B92}"/>
              </a:ext>
            </a:extLst>
          </p:cNvPr>
          <p:cNvSpPr txBox="1"/>
          <p:nvPr/>
        </p:nvSpPr>
        <p:spPr>
          <a:xfrm>
            <a:off x="653925" y="1477850"/>
            <a:ext cx="11283884" cy="4449452"/>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40000"/>
              </a:lnSpc>
              <a:buNone/>
            </a:pPr>
            <a:r>
              <a:rPr lang="en-US" sz="3200" dirty="0">
                <a:latin typeface="Times New Roman" panose="02020603050405020304" pitchFamily="18" charset="0"/>
                <a:ea typeface="Calibri" pitchFamily="34" charset="-122"/>
                <a:cs typeface="Times New Roman" panose="02020603050405020304" pitchFamily="18" charset="0"/>
              </a:rPr>
              <a:t>House prices are influenced by numerous interdependent factors — location, size, condition, and market trends — making manual or purely intuition-based valuation inconsistent and unreliable. Traditional appraisal methods are time-consuming, subjective, and do not scale across large, diverse housing markets.</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367403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72B613-4F83-A54D-2979-85EB0C51AA7A}"/>
            </a:ext>
          </a:extLst>
        </p:cNvPr>
        <p:cNvGrpSpPr/>
        <p:nvPr/>
      </p:nvGrpSpPr>
      <p:grpSpPr>
        <a:xfrm>
          <a:off x="0" y="0"/>
          <a:ext cx="0" cy="0"/>
          <a:chOff x="0" y="0"/>
          <a:chExt cx="0" cy="0"/>
        </a:xfrm>
      </p:grpSpPr>
      <p:sp>
        <p:nvSpPr>
          <p:cNvPr id="15362" name="Slide Number Placeholder 5">
            <a:extLst>
              <a:ext uri="{FF2B5EF4-FFF2-40B4-BE49-F238E27FC236}">
                <a16:creationId xmlns:a16="http://schemas.microsoft.com/office/drawing/2014/main" id="{4395D4D4-9EC8-D004-657B-E5E655880C3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Tw Cen MT" panose="020B0602020104020603" pitchFamily="34" charset="0"/>
              </a:defRPr>
            </a:lvl1pPr>
            <a:lvl2pPr marL="742950" indent="-285750">
              <a:defRPr>
                <a:solidFill>
                  <a:schemeClr val="tx1"/>
                </a:solidFill>
                <a:latin typeface="Tw Cen MT" panose="020B0602020104020603" pitchFamily="34" charset="0"/>
              </a:defRPr>
            </a:lvl2pPr>
            <a:lvl3pPr marL="1143000" indent="-228600">
              <a:defRPr>
                <a:solidFill>
                  <a:schemeClr val="tx1"/>
                </a:solidFill>
                <a:latin typeface="Tw Cen MT" panose="020B0602020104020603" pitchFamily="34" charset="0"/>
              </a:defRPr>
            </a:lvl3pPr>
            <a:lvl4pPr marL="1600200" indent="-228600">
              <a:defRPr>
                <a:solidFill>
                  <a:schemeClr val="tx1"/>
                </a:solidFill>
                <a:latin typeface="Tw Cen MT" panose="020B0602020104020603" pitchFamily="34" charset="0"/>
              </a:defRPr>
            </a:lvl4pPr>
            <a:lvl5pPr marL="2057400" indent="-228600">
              <a:defRPr>
                <a:solidFill>
                  <a:schemeClr val="tx1"/>
                </a:solidFill>
                <a:latin typeface="Tw Cen MT" panose="020B0602020104020603" pitchFamily="34" charset="0"/>
              </a:defRPr>
            </a:lvl5pPr>
            <a:lvl6pPr marL="2514600" indent="-228600" defTabSz="457200" eaLnBrk="0" fontAlgn="base" hangingPunct="0">
              <a:spcBef>
                <a:spcPct val="0"/>
              </a:spcBef>
              <a:spcAft>
                <a:spcPct val="0"/>
              </a:spcAft>
              <a:defRPr>
                <a:solidFill>
                  <a:schemeClr val="tx1"/>
                </a:solidFill>
                <a:latin typeface="Tw Cen MT" panose="020B0602020104020603" pitchFamily="34" charset="0"/>
              </a:defRPr>
            </a:lvl6pPr>
            <a:lvl7pPr marL="2971800" indent="-228600" defTabSz="457200" eaLnBrk="0" fontAlgn="base" hangingPunct="0">
              <a:spcBef>
                <a:spcPct val="0"/>
              </a:spcBef>
              <a:spcAft>
                <a:spcPct val="0"/>
              </a:spcAft>
              <a:defRPr>
                <a:solidFill>
                  <a:schemeClr val="tx1"/>
                </a:solidFill>
                <a:latin typeface="Tw Cen MT" panose="020B0602020104020603" pitchFamily="34" charset="0"/>
              </a:defRPr>
            </a:lvl7pPr>
            <a:lvl8pPr marL="3429000" indent="-228600" defTabSz="457200" eaLnBrk="0" fontAlgn="base" hangingPunct="0">
              <a:spcBef>
                <a:spcPct val="0"/>
              </a:spcBef>
              <a:spcAft>
                <a:spcPct val="0"/>
              </a:spcAft>
              <a:defRPr>
                <a:solidFill>
                  <a:schemeClr val="tx1"/>
                </a:solidFill>
                <a:latin typeface="Tw Cen MT" panose="020B0602020104020603" pitchFamily="34" charset="0"/>
              </a:defRPr>
            </a:lvl8pPr>
            <a:lvl9pPr marL="3886200" indent="-228600" defTabSz="457200" eaLnBrk="0" fontAlgn="base" hangingPunct="0">
              <a:spcBef>
                <a:spcPct val="0"/>
              </a:spcBef>
              <a:spcAft>
                <a:spcPct val="0"/>
              </a:spcAft>
              <a:defRPr>
                <a:solidFill>
                  <a:schemeClr val="tx1"/>
                </a:solidFill>
                <a:latin typeface="Tw Cen MT" panose="020B0602020104020603" pitchFamily="34" charset="0"/>
              </a:defRPr>
            </a:lvl9pPr>
          </a:lstStyle>
          <a:p>
            <a:fld id="{E71134AA-D2AD-499E-B752-F635D7C6C5C7}" type="slidenum">
              <a:rPr lang="en-US" altLang="en-US">
                <a:solidFill>
                  <a:srgbClr val="FFFFFF"/>
                </a:solidFill>
                <a:latin typeface="Arial" panose="020B0604020202020204" pitchFamily="34" charset="0"/>
                <a:cs typeface="Arial" panose="020B0604020202020204" pitchFamily="34" charset="0"/>
              </a:rPr>
              <a:t>5</a:t>
            </a:fld>
            <a:endParaRPr lang="en-US" altLang="en-US">
              <a:solidFill>
                <a:srgbClr val="FFFFFF"/>
              </a:solidFill>
              <a:latin typeface="Arial" panose="020B0604020202020204" pitchFamily="34" charset="0"/>
              <a:cs typeface="Arial" panose="020B0604020202020204" pitchFamily="34" charset="0"/>
            </a:endParaRPr>
          </a:p>
        </p:txBody>
      </p:sp>
      <p:sp>
        <p:nvSpPr>
          <p:cNvPr id="8" name="Rectangle 2">
            <a:extLst>
              <a:ext uri="{FF2B5EF4-FFF2-40B4-BE49-F238E27FC236}">
                <a16:creationId xmlns:a16="http://schemas.microsoft.com/office/drawing/2014/main" id="{CF3620A6-2C27-443D-E942-91077AA19E5B}"/>
              </a:ext>
            </a:extLst>
          </p:cNvPr>
          <p:cNvSpPr txBox="1">
            <a:spLocks noChangeArrowheads="1"/>
          </p:cNvSpPr>
          <p:nvPr/>
        </p:nvSpPr>
        <p:spPr bwMode="auto">
          <a:xfrm>
            <a:off x="2726871" y="118940"/>
            <a:ext cx="6738258" cy="514219"/>
          </a:xfrm>
          <a:prstGeom prst="rect">
            <a:avLst/>
          </a:prstGeom>
          <a:solidFill>
            <a:schemeClr val="accent5"/>
          </a:solidFill>
          <a:ln w="9525">
            <a:noFill/>
            <a:miter lim="800000"/>
          </a:ln>
        </p:spPr>
        <p:txBody>
          <a:bodyPr anchor="ctr"/>
          <a:lstStyle/>
          <a:p>
            <a:r>
              <a:rPr lang="en-IN" sz="3200" dirty="0"/>
              <a:t>                        </a:t>
            </a:r>
            <a:r>
              <a:rPr lang="en-IN" sz="3200" b="1" dirty="0">
                <a:solidFill>
                  <a:schemeClr val="bg1"/>
                </a:solidFill>
                <a:latin typeface="Times New Roman" panose="02020603050405020304" pitchFamily="18" charset="0"/>
                <a:cs typeface="Times New Roman" panose="02020603050405020304" pitchFamily="18" charset="0"/>
              </a:rPr>
              <a:t>MODULE 1</a:t>
            </a:r>
          </a:p>
        </p:txBody>
      </p:sp>
      <p:sp>
        <p:nvSpPr>
          <p:cNvPr id="15366" name="TextBox 1">
            <a:extLst>
              <a:ext uri="{FF2B5EF4-FFF2-40B4-BE49-F238E27FC236}">
                <a16:creationId xmlns:a16="http://schemas.microsoft.com/office/drawing/2014/main" id="{4BFE26C1-938B-6685-A179-E96829089B46}"/>
              </a:ext>
            </a:extLst>
          </p:cNvPr>
          <p:cNvSpPr txBox="1">
            <a:spLocks noChangeArrowheads="1"/>
          </p:cNvSpPr>
          <p:nvPr/>
        </p:nvSpPr>
        <p:spPr bwMode="auto">
          <a:xfrm>
            <a:off x="2106612" y="5778924"/>
            <a:ext cx="79787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w Cen MT" panose="020B0602020104020603" pitchFamily="34" charset="0"/>
              </a:defRPr>
            </a:lvl1pPr>
            <a:lvl2pPr marL="742950" indent="-285750">
              <a:defRPr>
                <a:solidFill>
                  <a:schemeClr val="tx1"/>
                </a:solidFill>
                <a:latin typeface="Tw Cen MT" panose="020B0602020104020603" pitchFamily="34" charset="0"/>
              </a:defRPr>
            </a:lvl2pPr>
            <a:lvl3pPr marL="1143000" indent="-228600">
              <a:defRPr>
                <a:solidFill>
                  <a:schemeClr val="tx1"/>
                </a:solidFill>
                <a:latin typeface="Tw Cen MT" panose="020B0602020104020603" pitchFamily="34" charset="0"/>
              </a:defRPr>
            </a:lvl3pPr>
            <a:lvl4pPr marL="1600200" indent="-228600">
              <a:defRPr>
                <a:solidFill>
                  <a:schemeClr val="tx1"/>
                </a:solidFill>
                <a:latin typeface="Tw Cen MT" panose="020B0602020104020603" pitchFamily="34" charset="0"/>
              </a:defRPr>
            </a:lvl4pPr>
            <a:lvl5pPr marL="2057400" indent="-228600">
              <a:defRPr>
                <a:solidFill>
                  <a:schemeClr val="tx1"/>
                </a:solidFill>
                <a:latin typeface="Tw Cen MT" panose="020B0602020104020603" pitchFamily="34" charset="0"/>
              </a:defRPr>
            </a:lvl5pPr>
            <a:lvl6pPr marL="2514600" indent="-228600" defTabSz="457200" eaLnBrk="0" fontAlgn="base" hangingPunct="0">
              <a:spcBef>
                <a:spcPct val="0"/>
              </a:spcBef>
              <a:spcAft>
                <a:spcPct val="0"/>
              </a:spcAft>
              <a:defRPr>
                <a:solidFill>
                  <a:schemeClr val="tx1"/>
                </a:solidFill>
                <a:latin typeface="Tw Cen MT" panose="020B0602020104020603" pitchFamily="34" charset="0"/>
              </a:defRPr>
            </a:lvl6pPr>
            <a:lvl7pPr marL="2971800" indent="-228600" defTabSz="457200" eaLnBrk="0" fontAlgn="base" hangingPunct="0">
              <a:spcBef>
                <a:spcPct val="0"/>
              </a:spcBef>
              <a:spcAft>
                <a:spcPct val="0"/>
              </a:spcAft>
              <a:defRPr>
                <a:solidFill>
                  <a:schemeClr val="tx1"/>
                </a:solidFill>
                <a:latin typeface="Tw Cen MT" panose="020B0602020104020603" pitchFamily="34" charset="0"/>
              </a:defRPr>
            </a:lvl7pPr>
            <a:lvl8pPr marL="3429000" indent="-228600" defTabSz="457200" eaLnBrk="0" fontAlgn="base" hangingPunct="0">
              <a:spcBef>
                <a:spcPct val="0"/>
              </a:spcBef>
              <a:spcAft>
                <a:spcPct val="0"/>
              </a:spcAft>
              <a:defRPr>
                <a:solidFill>
                  <a:schemeClr val="tx1"/>
                </a:solidFill>
                <a:latin typeface="Tw Cen MT" panose="020B0602020104020603" pitchFamily="34" charset="0"/>
              </a:defRPr>
            </a:lvl8pPr>
            <a:lvl9pPr marL="3886200" indent="-228600" defTabSz="457200" eaLnBrk="0" fontAlgn="base" hangingPunct="0">
              <a:spcBef>
                <a:spcPct val="0"/>
              </a:spcBef>
              <a:spcAft>
                <a:spcPct val="0"/>
              </a:spcAft>
              <a:defRPr>
                <a:solidFill>
                  <a:schemeClr val="tx1"/>
                </a:solidFill>
                <a:latin typeface="Tw Cen MT" panose="020B0602020104020603" pitchFamily="34" charset="0"/>
              </a:defRPr>
            </a:lvl9pPr>
          </a:lstStyle>
          <a:p>
            <a:pPr eaLnBrk="1" hangingPunct="1"/>
            <a:r>
              <a:rPr lang="en-US" altLang="en-US">
                <a:latin typeface="Times New Roman" panose="02020603050405020304" pitchFamily="18" charset="0"/>
                <a:cs typeface="Times New Roman" panose="02020603050405020304" pitchFamily="18" charset="0"/>
              </a:rPr>
              <a:t>  </a:t>
            </a:r>
            <a:endParaRPr lang="en-US" altLang="en-US" sz="900">
              <a:solidFill>
                <a:srgbClr val="7030A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CC1CDFE9-9890-6DAD-297D-E199D702EDC3}"/>
              </a:ext>
            </a:extLst>
          </p:cNvPr>
          <p:cNvPicPr/>
          <p:nvPr/>
        </p:nvPicPr>
        <p:blipFill>
          <a:blip r:embed="rId3" cstate="print">
            <a:extLst>
              <a:ext uri="{28A0092B-C50C-407E-A947-70E740481C1C}">
                <a14:useLocalDpi xmlns:a14="http://schemas.microsoft.com/office/drawing/2010/main" val="0"/>
              </a:ext>
            </a:extLst>
          </a:blip>
          <a:srcRect/>
          <a:stretch>
            <a:fillRect/>
          </a:stretch>
        </p:blipFill>
        <p:spPr>
          <a:xfrm>
            <a:off x="99251" y="47560"/>
            <a:ext cx="807854" cy="685801"/>
          </a:xfrm>
          <a:prstGeom prst="rect">
            <a:avLst/>
          </a:prstGeom>
          <a:noFill/>
        </p:spPr>
      </p:pic>
      <p:pic>
        <p:nvPicPr>
          <p:cNvPr id="5" name="Picture 4">
            <a:extLst>
              <a:ext uri="{FF2B5EF4-FFF2-40B4-BE49-F238E27FC236}">
                <a16:creationId xmlns:a16="http://schemas.microsoft.com/office/drawing/2014/main" id="{65CE262C-D717-7F4B-09BF-34753F5A4A09}"/>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11040208" y="47560"/>
            <a:ext cx="854351" cy="725618"/>
          </a:xfrm>
          <a:prstGeom prst="rect">
            <a:avLst/>
          </a:prstGeom>
          <a:noFill/>
          <a:ln>
            <a:noFill/>
          </a:ln>
        </p:spPr>
      </p:pic>
      <p:sp>
        <p:nvSpPr>
          <p:cNvPr id="28" name="Text 8">
            <a:extLst>
              <a:ext uri="{FF2B5EF4-FFF2-40B4-BE49-F238E27FC236}">
                <a16:creationId xmlns:a16="http://schemas.microsoft.com/office/drawing/2014/main" id="{8B3A35C8-4190-C2FA-8B9B-DD478C620DD1}"/>
              </a:ext>
            </a:extLst>
          </p:cNvPr>
          <p:cNvSpPr txBox="1"/>
          <p:nvPr/>
        </p:nvSpPr>
        <p:spPr>
          <a:xfrm>
            <a:off x="765687" y="1455876"/>
            <a:ext cx="5989320" cy="32004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800" b="1" dirty="0">
                <a:latin typeface="Times New Roman" panose="02020603050405020304" pitchFamily="18" charset="0"/>
                <a:ea typeface="Calibri" pitchFamily="34" charset="-122"/>
                <a:cs typeface="Times New Roman" panose="02020603050405020304" pitchFamily="18" charset="0"/>
              </a:rPr>
              <a:t>Data Collection</a:t>
            </a:r>
            <a:endParaRPr lang="en-US" sz="2800" dirty="0">
              <a:latin typeface="Times New Roman" panose="02020603050405020304" pitchFamily="18" charset="0"/>
              <a:cs typeface="Times New Roman" panose="02020603050405020304" pitchFamily="18" charset="0"/>
            </a:endParaRPr>
          </a:p>
        </p:txBody>
      </p:sp>
      <p:sp>
        <p:nvSpPr>
          <p:cNvPr id="29" name="Text 9">
            <a:extLst>
              <a:ext uri="{FF2B5EF4-FFF2-40B4-BE49-F238E27FC236}">
                <a16:creationId xmlns:a16="http://schemas.microsoft.com/office/drawing/2014/main" id="{D3BF7D0F-D811-60E9-734F-BA5C473EEAC8}"/>
              </a:ext>
            </a:extLst>
          </p:cNvPr>
          <p:cNvSpPr txBox="1"/>
          <p:nvPr/>
        </p:nvSpPr>
        <p:spPr>
          <a:xfrm>
            <a:off x="765686" y="1766772"/>
            <a:ext cx="7978775" cy="45720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dirty="0">
                <a:latin typeface="Times New Roman" panose="02020603050405020304" pitchFamily="18" charset="0"/>
                <a:ea typeface="Calibri" pitchFamily="34" charset="-122"/>
                <a:cs typeface="Times New Roman" panose="02020603050405020304" pitchFamily="18" charset="0"/>
              </a:rPr>
              <a:t>Source housing records (e.g. Kaggle House Prices / Boston Housing datasets) including price, area, location, and amenities.</a:t>
            </a:r>
            <a:endParaRPr lang="en-US" dirty="0">
              <a:latin typeface="Times New Roman" panose="02020603050405020304" pitchFamily="18" charset="0"/>
              <a:cs typeface="Times New Roman" panose="02020603050405020304" pitchFamily="18" charset="0"/>
            </a:endParaRPr>
          </a:p>
        </p:txBody>
      </p:sp>
      <p:sp>
        <p:nvSpPr>
          <p:cNvPr id="30" name="Text 12">
            <a:extLst>
              <a:ext uri="{FF2B5EF4-FFF2-40B4-BE49-F238E27FC236}">
                <a16:creationId xmlns:a16="http://schemas.microsoft.com/office/drawing/2014/main" id="{36FD889A-7CE0-B30F-CC93-AF7259CDD96E}"/>
              </a:ext>
            </a:extLst>
          </p:cNvPr>
          <p:cNvSpPr txBox="1"/>
          <p:nvPr/>
        </p:nvSpPr>
        <p:spPr>
          <a:xfrm>
            <a:off x="765687" y="2480004"/>
            <a:ext cx="5989320" cy="32004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800" b="1" dirty="0">
                <a:latin typeface="Times New Roman" panose="02020603050405020304" pitchFamily="18" charset="0"/>
                <a:ea typeface="Calibri" pitchFamily="34" charset="-122"/>
                <a:cs typeface="Times New Roman" panose="02020603050405020304" pitchFamily="18" charset="0"/>
              </a:rPr>
              <a:t>Schema Definition</a:t>
            </a:r>
            <a:endParaRPr lang="en-US" sz="2800" dirty="0">
              <a:latin typeface="Times New Roman" panose="02020603050405020304" pitchFamily="18" charset="0"/>
              <a:cs typeface="Times New Roman" panose="02020603050405020304" pitchFamily="18" charset="0"/>
            </a:endParaRPr>
          </a:p>
        </p:txBody>
      </p:sp>
      <p:sp>
        <p:nvSpPr>
          <p:cNvPr id="31" name="Text 13">
            <a:extLst>
              <a:ext uri="{FF2B5EF4-FFF2-40B4-BE49-F238E27FC236}">
                <a16:creationId xmlns:a16="http://schemas.microsoft.com/office/drawing/2014/main" id="{26B6D11F-35B8-1348-6858-D4A42755183E}"/>
              </a:ext>
            </a:extLst>
          </p:cNvPr>
          <p:cNvSpPr txBox="1"/>
          <p:nvPr/>
        </p:nvSpPr>
        <p:spPr>
          <a:xfrm>
            <a:off x="765686" y="2790900"/>
            <a:ext cx="7456681" cy="45720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dirty="0">
                <a:latin typeface="Times New Roman" panose="02020603050405020304" pitchFamily="18" charset="0"/>
                <a:ea typeface="Calibri" pitchFamily="34" charset="-122"/>
                <a:cs typeface="Times New Roman" panose="02020603050405020304" pitchFamily="18" charset="0"/>
              </a:rPr>
              <a:t>Identify and label features — numerical (area, rooms) and categorical (locality, furnishing status).</a:t>
            </a:r>
            <a:endParaRPr lang="en-US" dirty="0">
              <a:latin typeface="Times New Roman" panose="02020603050405020304" pitchFamily="18" charset="0"/>
              <a:cs typeface="Times New Roman" panose="02020603050405020304" pitchFamily="18" charset="0"/>
            </a:endParaRPr>
          </a:p>
        </p:txBody>
      </p:sp>
      <p:sp>
        <p:nvSpPr>
          <p:cNvPr id="32" name="Text 16">
            <a:extLst>
              <a:ext uri="{FF2B5EF4-FFF2-40B4-BE49-F238E27FC236}">
                <a16:creationId xmlns:a16="http://schemas.microsoft.com/office/drawing/2014/main" id="{CCB57175-7211-E65D-C96D-258D3DA84E56}"/>
              </a:ext>
            </a:extLst>
          </p:cNvPr>
          <p:cNvSpPr txBox="1"/>
          <p:nvPr/>
        </p:nvSpPr>
        <p:spPr>
          <a:xfrm>
            <a:off x="765687" y="3504132"/>
            <a:ext cx="5989320" cy="32004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800" b="1" dirty="0">
                <a:latin typeface="Times New Roman" panose="02020603050405020304" pitchFamily="18" charset="0"/>
                <a:ea typeface="Calibri" pitchFamily="34" charset="-122"/>
                <a:cs typeface="Times New Roman" panose="02020603050405020304" pitchFamily="18" charset="0"/>
              </a:rPr>
              <a:t>Data Consolidation</a:t>
            </a:r>
            <a:endParaRPr lang="en-US" sz="2800" dirty="0">
              <a:latin typeface="Times New Roman" panose="02020603050405020304" pitchFamily="18" charset="0"/>
              <a:cs typeface="Times New Roman" panose="02020603050405020304" pitchFamily="18" charset="0"/>
            </a:endParaRPr>
          </a:p>
        </p:txBody>
      </p:sp>
      <p:sp>
        <p:nvSpPr>
          <p:cNvPr id="33" name="Text 17">
            <a:extLst>
              <a:ext uri="{FF2B5EF4-FFF2-40B4-BE49-F238E27FC236}">
                <a16:creationId xmlns:a16="http://schemas.microsoft.com/office/drawing/2014/main" id="{AE9C6441-78A7-8780-2D8E-FBAC728296E8}"/>
              </a:ext>
            </a:extLst>
          </p:cNvPr>
          <p:cNvSpPr txBox="1"/>
          <p:nvPr/>
        </p:nvSpPr>
        <p:spPr>
          <a:xfrm>
            <a:off x="765687" y="3815028"/>
            <a:ext cx="7456680" cy="45720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dirty="0">
                <a:latin typeface="Times New Roman" panose="02020603050405020304" pitchFamily="18" charset="0"/>
                <a:ea typeface="Calibri" pitchFamily="34" charset="-122"/>
                <a:cs typeface="Times New Roman" panose="02020603050405020304" pitchFamily="18" charset="0"/>
              </a:rPr>
              <a:t>Merge multiple sources into a single structured table, ensuring consistent formats and units.</a:t>
            </a:r>
            <a:endParaRPr lang="en-US" dirty="0">
              <a:latin typeface="Times New Roman" panose="02020603050405020304" pitchFamily="18" charset="0"/>
              <a:cs typeface="Times New Roman" panose="02020603050405020304" pitchFamily="18" charset="0"/>
            </a:endParaRPr>
          </a:p>
        </p:txBody>
      </p:sp>
      <p:sp>
        <p:nvSpPr>
          <p:cNvPr id="34" name="Text 20">
            <a:extLst>
              <a:ext uri="{FF2B5EF4-FFF2-40B4-BE49-F238E27FC236}">
                <a16:creationId xmlns:a16="http://schemas.microsoft.com/office/drawing/2014/main" id="{6CDFD28E-D0EE-3A16-9015-7913347C1C91}"/>
              </a:ext>
            </a:extLst>
          </p:cNvPr>
          <p:cNvSpPr txBox="1"/>
          <p:nvPr/>
        </p:nvSpPr>
        <p:spPr>
          <a:xfrm>
            <a:off x="765687" y="4528260"/>
            <a:ext cx="5989320" cy="32004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800" b="1" dirty="0">
                <a:latin typeface="Times New Roman" panose="02020603050405020304" pitchFamily="18" charset="0"/>
                <a:ea typeface="Calibri" pitchFamily="34" charset="-122"/>
                <a:cs typeface="Times New Roman" panose="02020603050405020304" pitchFamily="18" charset="0"/>
              </a:rPr>
              <a:t>Storage &amp; Splitting</a:t>
            </a:r>
            <a:endParaRPr lang="en-US" sz="2800" dirty="0">
              <a:latin typeface="Times New Roman" panose="02020603050405020304" pitchFamily="18" charset="0"/>
              <a:cs typeface="Times New Roman" panose="02020603050405020304" pitchFamily="18" charset="0"/>
            </a:endParaRPr>
          </a:p>
        </p:txBody>
      </p:sp>
      <p:sp>
        <p:nvSpPr>
          <p:cNvPr id="35" name="Text 21">
            <a:extLst>
              <a:ext uri="{FF2B5EF4-FFF2-40B4-BE49-F238E27FC236}">
                <a16:creationId xmlns:a16="http://schemas.microsoft.com/office/drawing/2014/main" id="{24C86411-AB45-5138-D56E-198C2C29A673}"/>
              </a:ext>
            </a:extLst>
          </p:cNvPr>
          <p:cNvSpPr txBox="1"/>
          <p:nvPr/>
        </p:nvSpPr>
        <p:spPr>
          <a:xfrm>
            <a:off x="765686" y="4899421"/>
            <a:ext cx="7541522" cy="45720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dirty="0">
                <a:latin typeface="Times New Roman" panose="02020603050405020304" pitchFamily="18" charset="0"/>
                <a:ea typeface="Calibri" pitchFamily="34" charset="-122"/>
                <a:cs typeface="Times New Roman" panose="02020603050405020304" pitchFamily="18" charset="0"/>
              </a:rPr>
              <a:t>Organize data into training and testing sets, stored in accessible formats.</a:t>
            </a:r>
            <a:endParaRPr lang="en-US" dirty="0">
              <a:latin typeface="Times New Roman" panose="02020603050405020304" pitchFamily="18" charset="0"/>
              <a:cs typeface="Times New Roman" panose="02020603050405020304" pitchFamily="18" charset="0"/>
            </a:endParaRPr>
          </a:p>
        </p:txBody>
      </p:sp>
      <p:sp>
        <p:nvSpPr>
          <p:cNvPr id="36" name="Shape 2">
            <a:extLst>
              <a:ext uri="{FF2B5EF4-FFF2-40B4-BE49-F238E27FC236}">
                <a16:creationId xmlns:a16="http://schemas.microsoft.com/office/drawing/2014/main" id="{AD4653E0-2989-5B1C-0BC6-AFA59D009762}"/>
              </a:ext>
            </a:extLst>
          </p:cNvPr>
          <p:cNvSpPr/>
          <p:nvPr/>
        </p:nvSpPr>
        <p:spPr>
          <a:xfrm>
            <a:off x="8470141" y="1333261"/>
            <a:ext cx="3566160" cy="4023360"/>
          </a:xfrm>
          <a:prstGeom prst="roundRect">
            <a:avLst>
              <a:gd name="adj" fmla="val 3077"/>
            </a:avLst>
          </a:prstGeom>
          <a:solidFill>
            <a:srgbClr val="1E2761"/>
          </a:solidFill>
          <a:ln/>
        </p:spPr>
        <p:txBody>
          <a:bodyPr/>
          <a:lstStyle/>
          <a:p>
            <a:endParaRPr lang="en-IN">
              <a:latin typeface="Times New Roman" panose="02020603050405020304" pitchFamily="18" charset="0"/>
              <a:cs typeface="Times New Roman" panose="02020603050405020304" pitchFamily="18" charset="0"/>
            </a:endParaRPr>
          </a:p>
        </p:txBody>
      </p:sp>
      <p:pic>
        <p:nvPicPr>
          <p:cNvPr id="37" name="Image 0">
            <a:extLst>
              <a:ext uri="{FF2B5EF4-FFF2-40B4-BE49-F238E27FC236}">
                <a16:creationId xmlns:a16="http://schemas.microsoft.com/office/drawing/2014/main" id="{3CA92A50-B3F7-99CE-2698-228B714793A6}"/>
              </a:ext>
            </a:extLst>
          </p:cNvPr>
          <p:cNvPicPr>
            <a:picLocks noChangeAspect="1"/>
          </p:cNvPicPr>
          <p:nvPr/>
        </p:nvPicPr>
        <p:blipFill>
          <a:blip r:embed="rId5"/>
          <a:stretch>
            <a:fillRect/>
          </a:stretch>
        </p:blipFill>
        <p:spPr>
          <a:xfrm>
            <a:off x="9750301" y="1881901"/>
            <a:ext cx="1005840" cy="1005840"/>
          </a:xfrm>
          <a:prstGeom prst="rect">
            <a:avLst/>
          </a:prstGeom>
        </p:spPr>
      </p:pic>
      <p:sp>
        <p:nvSpPr>
          <p:cNvPr id="38" name="Text 3">
            <a:extLst>
              <a:ext uri="{FF2B5EF4-FFF2-40B4-BE49-F238E27FC236}">
                <a16:creationId xmlns:a16="http://schemas.microsoft.com/office/drawing/2014/main" id="{3D096414-773A-5A22-D656-2BB55F5D0FEA}"/>
              </a:ext>
            </a:extLst>
          </p:cNvPr>
          <p:cNvSpPr txBox="1"/>
          <p:nvPr/>
        </p:nvSpPr>
        <p:spPr>
          <a:xfrm>
            <a:off x="8790181" y="3070621"/>
            <a:ext cx="2926080" cy="82296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500" b="1" dirty="0">
                <a:solidFill>
                  <a:srgbClr val="FFFFFF"/>
                </a:solidFill>
                <a:latin typeface="Times New Roman" panose="02020603050405020304" pitchFamily="18" charset="0"/>
                <a:ea typeface="Cambria" pitchFamily="34" charset="-122"/>
                <a:cs typeface="Times New Roman" panose="02020603050405020304" pitchFamily="18" charset="0"/>
              </a:rPr>
              <a:t>Structured, source-ready housing data</a:t>
            </a:r>
            <a:endParaRPr lang="en-US" sz="1500" dirty="0">
              <a:latin typeface="Times New Roman" panose="02020603050405020304" pitchFamily="18" charset="0"/>
              <a:cs typeface="Times New Roman" panose="02020603050405020304" pitchFamily="18" charset="0"/>
            </a:endParaRPr>
          </a:p>
        </p:txBody>
      </p:sp>
      <p:sp>
        <p:nvSpPr>
          <p:cNvPr id="39" name="Shape 4">
            <a:extLst>
              <a:ext uri="{FF2B5EF4-FFF2-40B4-BE49-F238E27FC236}">
                <a16:creationId xmlns:a16="http://schemas.microsoft.com/office/drawing/2014/main" id="{F31083B9-BA04-CC0E-119B-9B010DD2D0A4}"/>
              </a:ext>
            </a:extLst>
          </p:cNvPr>
          <p:cNvSpPr/>
          <p:nvPr/>
        </p:nvSpPr>
        <p:spPr>
          <a:xfrm>
            <a:off x="9293101" y="3985021"/>
            <a:ext cx="1920240" cy="0"/>
          </a:xfrm>
          <a:prstGeom prst="line">
            <a:avLst/>
          </a:prstGeom>
          <a:noFill/>
          <a:ln w="25400">
            <a:solidFill>
              <a:srgbClr val="C9A24B"/>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40" name="Text 5">
            <a:extLst>
              <a:ext uri="{FF2B5EF4-FFF2-40B4-BE49-F238E27FC236}">
                <a16:creationId xmlns:a16="http://schemas.microsoft.com/office/drawing/2014/main" id="{F3B21FEF-8EC7-2162-57BB-3BFDE69F81EF}"/>
              </a:ext>
            </a:extLst>
          </p:cNvPr>
          <p:cNvSpPr txBox="1"/>
          <p:nvPr/>
        </p:nvSpPr>
        <p:spPr>
          <a:xfrm>
            <a:off x="8744461" y="4167901"/>
            <a:ext cx="3017520" cy="91440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30000"/>
              </a:lnSpc>
              <a:buNone/>
            </a:pPr>
            <a:r>
              <a:rPr lang="en-US" sz="1150" dirty="0">
                <a:solidFill>
                  <a:srgbClr val="CADCFC"/>
                </a:solidFill>
                <a:latin typeface="Times New Roman" panose="02020603050405020304" pitchFamily="18" charset="0"/>
                <a:ea typeface="Calibri" pitchFamily="34" charset="-122"/>
                <a:cs typeface="Times New Roman" panose="02020603050405020304" pitchFamily="18" charset="0"/>
              </a:rPr>
              <a:t>Collect  →  Organize  →  Structure  →  Store</a:t>
            </a:r>
            <a:endParaRPr lang="en-US" sz="1150" dirty="0">
              <a:latin typeface="Times New Roman" panose="02020603050405020304" pitchFamily="18" charset="0"/>
              <a:cs typeface="Times New Roman" panose="02020603050405020304" pitchFamily="18" charset="0"/>
            </a:endParaRPr>
          </a:p>
        </p:txBody>
      </p:sp>
      <p:sp>
        <p:nvSpPr>
          <p:cNvPr id="42" name="TextBox 41">
            <a:extLst>
              <a:ext uri="{FF2B5EF4-FFF2-40B4-BE49-F238E27FC236}">
                <a16:creationId xmlns:a16="http://schemas.microsoft.com/office/drawing/2014/main" id="{D875C03D-EF10-B444-722F-D40194034C88}"/>
              </a:ext>
            </a:extLst>
          </p:cNvPr>
          <p:cNvSpPr txBox="1"/>
          <p:nvPr/>
        </p:nvSpPr>
        <p:spPr>
          <a:xfrm>
            <a:off x="2746381" y="605527"/>
            <a:ext cx="8069424" cy="553998"/>
          </a:xfrm>
          <a:prstGeom prst="rect">
            <a:avLst/>
          </a:prstGeom>
          <a:noFill/>
        </p:spPr>
        <p:txBody>
          <a:bodyPr wrap="square">
            <a:spAutoFit/>
          </a:bodyPr>
          <a:lstStyle/>
          <a:p>
            <a:pPr marL="0" indent="0">
              <a:buNone/>
            </a:pPr>
            <a:r>
              <a:rPr lang="en-US" sz="3000" b="1" dirty="0">
                <a:solidFill>
                  <a:srgbClr val="1E2761"/>
                </a:solidFill>
                <a:latin typeface="Cambria" pitchFamily="34" charset="0"/>
                <a:ea typeface="Cambria" pitchFamily="34" charset="-122"/>
                <a:cs typeface="Cambria" pitchFamily="34" charset="-120"/>
              </a:rPr>
              <a:t>Dataset Preparation &amp; Organization</a:t>
            </a:r>
            <a:endParaRPr lang="en-US" sz="3000" dirty="0"/>
          </a:p>
        </p:txBody>
      </p:sp>
    </p:spTree>
    <p:extLst>
      <p:ext uri="{BB962C8B-B14F-4D97-AF65-F5344CB8AC3E}">
        <p14:creationId xmlns:p14="http://schemas.microsoft.com/office/powerpoint/2010/main" val="29283559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338FE5-56EF-A153-AA71-72954D435DE4}"/>
            </a:ext>
          </a:extLst>
        </p:cNvPr>
        <p:cNvGrpSpPr/>
        <p:nvPr/>
      </p:nvGrpSpPr>
      <p:grpSpPr>
        <a:xfrm>
          <a:off x="0" y="0"/>
          <a:ext cx="0" cy="0"/>
          <a:chOff x="0" y="0"/>
          <a:chExt cx="0" cy="0"/>
        </a:xfrm>
      </p:grpSpPr>
      <p:sp>
        <p:nvSpPr>
          <p:cNvPr id="15362" name="Slide Number Placeholder 5">
            <a:extLst>
              <a:ext uri="{FF2B5EF4-FFF2-40B4-BE49-F238E27FC236}">
                <a16:creationId xmlns:a16="http://schemas.microsoft.com/office/drawing/2014/main" id="{976F6D9B-49EB-7EFB-F77D-9D1ACE1E0C2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Tw Cen MT" panose="020B0602020104020603" pitchFamily="34" charset="0"/>
              </a:defRPr>
            </a:lvl1pPr>
            <a:lvl2pPr marL="742950" indent="-285750">
              <a:defRPr>
                <a:solidFill>
                  <a:schemeClr val="tx1"/>
                </a:solidFill>
                <a:latin typeface="Tw Cen MT" panose="020B0602020104020603" pitchFamily="34" charset="0"/>
              </a:defRPr>
            </a:lvl2pPr>
            <a:lvl3pPr marL="1143000" indent="-228600">
              <a:defRPr>
                <a:solidFill>
                  <a:schemeClr val="tx1"/>
                </a:solidFill>
                <a:latin typeface="Tw Cen MT" panose="020B0602020104020603" pitchFamily="34" charset="0"/>
              </a:defRPr>
            </a:lvl3pPr>
            <a:lvl4pPr marL="1600200" indent="-228600">
              <a:defRPr>
                <a:solidFill>
                  <a:schemeClr val="tx1"/>
                </a:solidFill>
                <a:latin typeface="Tw Cen MT" panose="020B0602020104020603" pitchFamily="34" charset="0"/>
              </a:defRPr>
            </a:lvl4pPr>
            <a:lvl5pPr marL="2057400" indent="-228600">
              <a:defRPr>
                <a:solidFill>
                  <a:schemeClr val="tx1"/>
                </a:solidFill>
                <a:latin typeface="Tw Cen MT" panose="020B0602020104020603" pitchFamily="34" charset="0"/>
              </a:defRPr>
            </a:lvl5pPr>
            <a:lvl6pPr marL="2514600" indent="-228600" defTabSz="457200" eaLnBrk="0" fontAlgn="base" hangingPunct="0">
              <a:spcBef>
                <a:spcPct val="0"/>
              </a:spcBef>
              <a:spcAft>
                <a:spcPct val="0"/>
              </a:spcAft>
              <a:defRPr>
                <a:solidFill>
                  <a:schemeClr val="tx1"/>
                </a:solidFill>
                <a:latin typeface="Tw Cen MT" panose="020B0602020104020603" pitchFamily="34" charset="0"/>
              </a:defRPr>
            </a:lvl6pPr>
            <a:lvl7pPr marL="2971800" indent="-228600" defTabSz="457200" eaLnBrk="0" fontAlgn="base" hangingPunct="0">
              <a:spcBef>
                <a:spcPct val="0"/>
              </a:spcBef>
              <a:spcAft>
                <a:spcPct val="0"/>
              </a:spcAft>
              <a:defRPr>
                <a:solidFill>
                  <a:schemeClr val="tx1"/>
                </a:solidFill>
                <a:latin typeface="Tw Cen MT" panose="020B0602020104020603" pitchFamily="34" charset="0"/>
              </a:defRPr>
            </a:lvl7pPr>
            <a:lvl8pPr marL="3429000" indent="-228600" defTabSz="457200" eaLnBrk="0" fontAlgn="base" hangingPunct="0">
              <a:spcBef>
                <a:spcPct val="0"/>
              </a:spcBef>
              <a:spcAft>
                <a:spcPct val="0"/>
              </a:spcAft>
              <a:defRPr>
                <a:solidFill>
                  <a:schemeClr val="tx1"/>
                </a:solidFill>
                <a:latin typeface="Tw Cen MT" panose="020B0602020104020603" pitchFamily="34" charset="0"/>
              </a:defRPr>
            </a:lvl8pPr>
            <a:lvl9pPr marL="3886200" indent="-228600" defTabSz="457200" eaLnBrk="0" fontAlgn="base" hangingPunct="0">
              <a:spcBef>
                <a:spcPct val="0"/>
              </a:spcBef>
              <a:spcAft>
                <a:spcPct val="0"/>
              </a:spcAft>
              <a:defRPr>
                <a:solidFill>
                  <a:schemeClr val="tx1"/>
                </a:solidFill>
                <a:latin typeface="Tw Cen MT" panose="020B0602020104020603" pitchFamily="34" charset="0"/>
              </a:defRPr>
            </a:lvl9pPr>
          </a:lstStyle>
          <a:p>
            <a:fld id="{E71134AA-D2AD-499E-B752-F635D7C6C5C7}" type="slidenum">
              <a:rPr lang="en-US" altLang="en-US">
                <a:solidFill>
                  <a:srgbClr val="FFFFFF"/>
                </a:solidFill>
                <a:latin typeface="Times New Roman" panose="02020603050405020304" pitchFamily="18" charset="0"/>
                <a:cs typeface="Times New Roman" panose="02020603050405020304" pitchFamily="18" charset="0"/>
              </a:rPr>
              <a:t>6</a:t>
            </a:fld>
            <a:endParaRPr lang="en-US" altLang="en-US">
              <a:solidFill>
                <a:srgbClr val="FFFFFF"/>
              </a:solidFill>
              <a:latin typeface="Times New Roman" panose="02020603050405020304" pitchFamily="18" charset="0"/>
              <a:cs typeface="Times New Roman" panose="02020603050405020304" pitchFamily="18" charset="0"/>
            </a:endParaRPr>
          </a:p>
        </p:txBody>
      </p:sp>
      <p:sp>
        <p:nvSpPr>
          <p:cNvPr id="8" name="Rectangle 2">
            <a:extLst>
              <a:ext uri="{FF2B5EF4-FFF2-40B4-BE49-F238E27FC236}">
                <a16:creationId xmlns:a16="http://schemas.microsoft.com/office/drawing/2014/main" id="{973FBDD4-2663-0010-B3A8-0C646533BFB9}"/>
              </a:ext>
            </a:extLst>
          </p:cNvPr>
          <p:cNvSpPr txBox="1">
            <a:spLocks noChangeArrowheads="1"/>
          </p:cNvSpPr>
          <p:nvPr/>
        </p:nvSpPr>
        <p:spPr bwMode="auto">
          <a:xfrm>
            <a:off x="2576010" y="44062"/>
            <a:ext cx="6953491" cy="685800"/>
          </a:xfrm>
          <a:prstGeom prst="rect">
            <a:avLst/>
          </a:prstGeom>
          <a:solidFill>
            <a:schemeClr val="accent5"/>
          </a:solidFill>
          <a:ln w="9525">
            <a:noFill/>
            <a:miter lim="800000"/>
          </a:ln>
        </p:spPr>
        <p:txBody>
          <a:bodyPr anchor="ctr"/>
          <a:lstStyle/>
          <a:p>
            <a:r>
              <a:rPr lang="en-IN" sz="3200" dirty="0"/>
              <a:t>                         </a:t>
            </a:r>
            <a:r>
              <a:rPr lang="en-IN" sz="3200" b="1" dirty="0">
                <a:solidFill>
                  <a:schemeClr val="bg1"/>
                </a:solidFill>
                <a:latin typeface="Times New Roman" panose="02020603050405020304" pitchFamily="18" charset="0"/>
                <a:cs typeface="Times New Roman" panose="02020603050405020304" pitchFamily="18" charset="0"/>
              </a:rPr>
              <a:t>MODULE 2</a:t>
            </a:r>
            <a:endParaRPr lang="en-IN" sz="3200" dirty="0">
              <a:solidFill>
                <a:schemeClr val="bg1"/>
              </a:solidFill>
              <a:latin typeface="Times New Roman" panose="02020603050405020304" pitchFamily="18" charset="0"/>
              <a:cs typeface="Times New Roman" panose="02020603050405020304" pitchFamily="18" charset="0"/>
            </a:endParaRPr>
          </a:p>
        </p:txBody>
      </p:sp>
      <p:sp>
        <p:nvSpPr>
          <p:cNvPr id="15364" name="TextBox 8">
            <a:extLst>
              <a:ext uri="{FF2B5EF4-FFF2-40B4-BE49-F238E27FC236}">
                <a16:creationId xmlns:a16="http://schemas.microsoft.com/office/drawing/2014/main" id="{EC9DB48C-7781-A6FB-2938-1BC96791FF92}"/>
              </a:ext>
            </a:extLst>
          </p:cNvPr>
          <p:cNvSpPr txBox="1">
            <a:spLocks noChangeArrowheads="1"/>
          </p:cNvSpPr>
          <p:nvPr/>
        </p:nvSpPr>
        <p:spPr bwMode="auto">
          <a:xfrm>
            <a:off x="1905000" y="4648201"/>
            <a:ext cx="46482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w Cen MT" panose="020B0602020104020603" pitchFamily="34" charset="0"/>
              </a:defRPr>
            </a:lvl1pPr>
            <a:lvl2pPr marL="742950" indent="-285750">
              <a:defRPr>
                <a:solidFill>
                  <a:schemeClr val="tx1"/>
                </a:solidFill>
                <a:latin typeface="Tw Cen MT" panose="020B0602020104020603" pitchFamily="34" charset="0"/>
              </a:defRPr>
            </a:lvl2pPr>
            <a:lvl3pPr marL="1143000" indent="-228600">
              <a:defRPr>
                <a:solidFill>
                  <a:schemeClr val="tx1"/>
                </a:solidFill>
                <a:latin typeface="Tw Cen MT" panose="020B0602020104020603" pitchFamily="34" charset="0"/>
              </a:defRPr>
            </a:lvl3pPr>
            <a:lvl4pPr marL="1600200" indent="-228600">
              <a:defRPr>
                <a:solidFill>
                  <a:schemeClr val="tx1"/>
                </a:solidFill>
                <a:latin typeface="Tw Cen MT" panose="020B0602020104020603" pitchFamily="34" charset="0"/>
              </a:defRPr>
            </a:lvl4pPr>
            <a:lvl5pPr marL="2057400" indent="-228600">
              <a:defRPr>
                <a:solidFill>
                  <a:schemeClr val="tx1"/>
                </a:solidFill>
                <a:latin typeface="Tw Cen MT" panose="020B0602020104020603" pitchFamily="34" charset="0"/>
              </a:defRPr>
            </a:lvl5pPr>
            <a:lvl6pPr marL="2514600" indent="-228600" defTabSz="457200" eaLnBrk="0" fontAlgn="base" hangingPunct="0">
              <a:spcBef>
                <a:spcPct val="0"/>
              </a:spcBef>
              <a:spcAft>
                <a:spcPct val="0"/>
              </a:spcAft>
              <a:defRPr>
                <a:solidFill>
                  <a:schemeClr val="tx1"/>
                </a:solidFill>
                <a:latin typeface="Tw Cen MT" panose="020B0602020104020603" pitchFamily="34" charset="0"/>
              </a:defRPr>
            </a:lvl6pPr>
            <a:lvl7pPr marL="2971800" indent="-228600" defTabSz="457200" eaLnBrk="0" fontAlgn="base" hangingPunct="0">
              <a:spcBef>
                <a:spcPct val="0"/>
              </a:spcBef>
              <a:spcAft>
                <a:spcPct val="0"/>
              </a:spcAft>
              <a:defRPr>
                <a:solidFill>
                  <a:schemeClr val="tx1"/>
                </a:solidFill>
                <a:latin typeface="Tw Cen MT" panose="020B0602020104020603" pitchFamily="34" charset="0"/>
              </a:defRPr>
            </a:lvl7pPr>
            <a:lvl8pPr marL="3429000" indent="-228600" defTabSz="457200" eaLnBrk="0" fontAlgn="base" hangingPunct="0">
              <a:spcBef>
                <a:spcPct val="0"/>
              </a:spcBef>
              <a:spcAft>
                <a:spcPct val="0"/>
              </a:spcAft>
              <a:defRPr>
                <a:solidFill>
                  <a:schemeClr val="tx1"/>
                </a:solidFill>
                <a:latin typeface="Tw Cen MT" panose="020B0602020104020603" pitchFamily="34" charset="0"/>
              </a:defRPr>
            </a:lvl8pPr>
            <a:lvl9pPr marL="3886200" indent="-228600" defTabSz="457200" eaLnBrk="0" fontAlgn="base" hangingPunct="0">
              <a:spcBef>
                <a:spcPct val="0"/>
              </a:spcBef>
              <a:spcAft>
                <a:spcPct val="0"/>
              </a:spcAft>
              <a:defRPr>
                <a:solidFill>
                  <a:schemeClr val="tx1"/>
                </a:solidFill>
                <a:latin typeface="Tw Cen MT" panose="020B0602020104020603" pitchFamily="34" charset="0"/>
              </a:defRPr>
            </a:lvl9pPr>
          </a:lstStyle>
          <a:p>
            <a:pPr eaLnBrk="1" hangingPunct="1"/>
            <a:endParaRPr lang="en-US" altLang="en-US" sz="1400">
              <a:latin typeface="Times New Roman" panose="02020603050405020304" pitchFamily="18" charset="0"/>
              <a:cs typeface="Times New Roman" panose="02020603050405020304" pitchFamily="18" charset="0"/>
            </a:endParaRPr>
          </a:p>
        </p:txBody>
      </p:sp>
      <p:sp>
        <p:nvSpPr>
          <p:cNvPr id="15366" name="TextBox 1">
            <a:extLst>
              <a:ext uri="{FF2B5EF4-FFF2-40B4-BE49-F238E27FC236}">
                <a16:creationId xmlns:a16="http://schemas.microsoft.com/office/drawing/2014/main" id="{72A6A011-DD60-87D0-FB8F-6A223CDCCD25}"/>
              </a:ext>
            </a:extLst>
          </p:cNvPr>
          <p:cNvSpPr txBox="1">
            <a:spLocks noChangeArrowheads="1"/>
          </p:cNvSpPr>
          <p:nvPr/>
        </p:nvSpPr>
        <p:spPr bwMode="auto">
          <a:xfrm>
            <a:off x="2155826" y="6240367"/>
            <a:ext cx="79787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w Cen MT" panose="020B0602020104020603" pitchFamily="34" charset="0"/>
              </a:defRPr>
            </a:lvl1pPr>
            <a:lvl2pPr marL="742950" indent="-285750">
              <a:defRPr>
                <a:solidFill>
                  <a:schemeClr val="tx1"/>
                </a:solidFill>
                <a:latin typeface="Tw Cen MT" panose="020B0602020104020603" pitchFamily="34" charset="0"/>
              </a:defRPr>
            </a:lvl2pPr>
            <a:lvl3pPr marL="1143000" indent="-228600">
              <a:defRPr>
                <a:solidFill>
                  <a:schemeClr val="tx1"/>
                </a:solidFill>
                <a:latin typeface="Tw Cen MT" panose="020B0602020104020603" pitchFamily="34" charset="0"/>
              </a:defRPr>
            </a:lvl3pPr>
            <a:lvl4pPr marL="1600200" indent="-228600">
              <a:defRPr>
                <a:solidFill>
                  <a:schemeClr val="tx1"/>
                </a:solidFill>
                <a:latin typeface="Tw Cen MT" panose="020B0602020104020603" pitchFamily="34" charset="0"/>
              </a:defRPr>
            </a:lvl4pPr>
            <a:lvl5pPr marL="2057400" indent="-228600">
              <a:defRPr>
                <a:solidFill>
                  <a:schemeClr val="tx1"/>
                </a:solidFill>
                <a:latin typeface="Tw Cen MT" panose="020B0602020104020603" pitchFamily="34" charset="0"/>
              </a:defRPr>
            </a:lvl5pPr>
            <a:lvl6pPr marL="2514600" indent="-228600" defTabSz="457200" eaLnBrk="0" fontAlgn="base" hangingPunct="0">
              <a:spcBef>
                <a:spcPct val="0"/>
              </a:spcBef>
              <a:spcAft>
                <a:spcPct val="0"/>
              </a:spcAft>
              <a:defRPr>
                <a:solidFill>
                  <a:schemeClr val="tx1"/>
                </a:solidFill>
                <a:latin typeface="Tw Cen MT" panose="020B0602020104020603" pitchFamily="34" charset="0"/>
              </a:defRPr>
            </a:lvl6pPr>
            <a:lvl7pPr marL="2971800" indent="-228600" defTabSz="457200" eaLnBrk="0" fontAlgn="base" hangingPunct="0">
              <a:spcBef>
                <a:spcPct val="0"/>
              </a:spcBef>
              <a:spcAft>
                <a:spcPct val="0"/>
              </a:spcAft>
              <a:defRPr>
                <a:solidFill>
                  <a:schemeClr val="tx1"/>
                </a:solidFill>
                <a:latin typeface="Tw Cen MT" panose="020B0602020104020603" pitchFamily="34" charset="0"/>
              </a:defRPr>
            </a:lvl7pPr>
            <a:lvl8pPr marL="3429000" indent="-228600" defTabSz="457200" eaLnBrk="0" fontAlgn="base" hangingPunct="0">
              <a:spcBef>
                <a:spcPct val="0"/>
              </a:spcBef>
              <a:spcAft>
                <a:spcPct val="0"/>
              </a:spcAft>
              <a:defRPr>
                <a:solidFill>
                  <a:schemeClr val="tx1"/>
                </a:solidFill>
                <a:latin typeface="Tw Cen MT" panose="020B0602020104020603" pitchFamily="34" charset="0"/>
              </a:defRPr>
            </a:lvl8pPr>
            <a:lvl9pPr marL="3886200" indent="-228600" defTabSz="457200" eaLnBrk="0" fontAlgn="base" hangingPunct="0">
              <a:spcBef>
                <a:spcPct val="0"/>
              </a:spcBef>
              <a:spcAft>
                <a:spcPct val="0"/>
              </a:spcAft>
              <a:defRPr>
                <a:solidFill>
                  <a:schemeClr val="tx1"/>
                </a:solidFill>
                <a:latin typeface="Tw Cen MT" panose="020B0602020104020603" pitchFamily="34" charset="0"/>
              </a:defRPr>
            </a:lvl9pPr>
          </a:lstStyle>
          <a:p>
            <a:pPr eaLnBrk="1" hangingPunct="1"/>
            <a:r>
              <a:rPr lang="en-US" altLang="en-US">
                <a:latin typeface="Times New Roman" panose="02020603050405020304" pitchFamily="18" charset="0"/>
                <a:cs typeface="Times New Roman" panose="02020603050405020304" pitchFamily="18" charset="0"/>
              </a:rPr>
              <a:t>  </a:t>
            </a:r>
            <a:endParaRPr lang="en-US" altLang="en-US" sz="900">
              <a:solidFill>
                <a:srgbClr val="7030A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7AF8E992-641D-C460-588A-EF11AC87B9BE}"/>
              </a:ext>
            </a:extLst>
          </p:cNvPr>
          <p:cNvPicPr/>
          <p:nvPr/>
        </p:nvPicPr>
        <p:blipFill>
          <a:blip r:embed="rId3" cstate="print">
            <a:extLst>
              <a:ext uri="{28A0092B-C50C-407E-A947-70E740481C1C}">
                <a14:useLocalDpi xmlns:a14="http://schemas.microsoft.com/office/drawing/2010/main" val="0"/>
              </a:ext>
            </a:extLst>
          </a:blip>
          <a:srcRect/>
          <a:stretch>
            <a:fillRect/>
          </a:stretch>
        </p:blipFill>
        <p:spPr>
          <a:xfrm>
            <a:off x="48326" y="17786"/>
            <a:ext cx="835270" cy="685800"/>
          </a:xfrm>
          <a:prstGeom prst="rect">
            <a:avLst/>
          </a:prstGeom>
          <a:noFill/>
        </p:spPr>
      </p:pic>
      <p:pic>
        <p:nvPicPr>
          <p:cNvPr id="5" name="Picture 4">
            <a:extLst>
              <a:ext uri="{FF2B5EF4-FFF2-40B4-BE49-F238E27FC236}">
                <a16:creationId xmlns:a16="http://schemas.microsoft.com/office/drawing/2014/main" id="{1D623636-E30C-DED8-D067-12BDDF505527}"/>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11221915" y="35370"/>
            <a:ext cx="838200" cy="782523"/>
          </a:xfrm>
          <a:prstGeom prst="rect">
            <a:avLst/>
          </a:prstGeom>
          <a:noFill/>
          <a:ln>
            <a:noFill/>
          </a:ln>
        </p:spPr>
      </p:pic>
      <p:sp>
        <p:nvSpPr>
          <p:cNvPr id="7" name="TextBox 6">
            <a:extLst>
              <a:ext uri="{FF2B5EF4-FFF2-40B4-BE49-F238E27FC236}">
                <a16:creationId xmlns:a16="http://schemas.microsoft.com/office/drawing/2014/main" id="{22EA5E3A-8FBF-91D3-EF92-E12B113D616B}"/>
              </a:ext>
            </a:extLst>
          </p:cNvPr>
          <p:cNvSpPr txBox="1"/>
          <p:nvPr/>
        </p:nvSpPr>
        <p:spPr>
          <a:xfrm>
            <a:off x="271775" y="756138"/>
            <a:ext cx="7216284" cy="523220"/>
          </a:xfrm>
          <a:prstGeom prst="rect">
            <a:avLst/>
          </a:prstGeom>
          <a:noFill/>
        </p:spPr>
        <p:txBody>
          <a:bodyPr wrap="square">
            <a:spAutoFit/>
          </a:bodyPr>
          <a:lstStyle/>
          <a:p>
            <a:r>
              <a:rPr lang="en-US" sz="2800" b="1" dirty="0">
                <a:latin typeface="Times New Roman" panose="02020603050405020304" pitchFamily="18" charset="0"/>
                <a:cs typeface="Times New Roman" panose="02020603050405020304" pitchFamily="18" charset="0"/>
              </a:rPr>
              <a:t>Data Cleaning &amp; Noise Removal</a:t>
            </a:r>
            <a:endParaRPr lang="en-US" sz="24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F42AB617-0945-48FD-90BC-4E62AC2C5E40}"/>
              </a:ext>
            </a:extLst>
          </p:cNvPr>
          <p:cNvSpPr txBox="1"/>
          <p:nvPr/>
        </p:nvSpPr>
        <p:spPr>
          <a:xfrm>
            <a:off x="515007" y="1450428"/>
            <a:ext cx="11361683" cy="5693866"/>
          </a:xfrm>
          <a:prstGeom prst="rect">
            <a:avLst/>
          </a:prstGeom>
          <a:noFill/>
        </p:spPr>
        <p:txBody>
          <a:bodyPr wrap="square" rtlCol="0">
            <a:spAutoFit/>
          </a:bodyPr>
          <a:lstStyle/>
          <a:p>
            <a:pPr marL="285750" indent="-28575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 </a:t>
            </a:r>
            <a:r>
              <a:rPr lang="en-IN" sz="2800" b="1" dirty="0">
                <a:latin typeface="Times New Roman" panose="02020603050405020304" pitchFamily="18" charset="0"/>
                <a:cs typeface="Times New Roman" panose="02020603050405020304" pitchFamily="18" charset="0"/>
              </a:rPr>
              <a:t>Overview</a:t>
            </a:r>
          </a:p>
          <a:p>
            <a:r>
              <a:rPr lang="en-IN" sz="2800" dirty="0">
                <a:latin typeface="Times New Roman" panose="02020603050405020304" pitchFamily="18" charset="0"/>
                <a:cs typeface="Times New Roman" panose="02020603050405020304" pitchFamily="18" charset="0"/>
              </a:rPr>
              <a:t>This module focuses on identifying and correcting errors, inconsistencies, and noise in the merged dataset.</a:t>
            </a:r>
          </a:p>
          <a:p>
            <a:endParaRPr lang="en-IN" sz="2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800" b="1" dirty="0">
                <a:latin typeface="Times New Roman" panose="02020603050405020304" pitchFamily="18" charset="0"/>
                <a:cs typeface="Times New Roman" panose="02020603050405020304" pitchFamily="18" charset="0"/>
              </a:rPr>
              <a:t> Key Activities</a:t>
            </a:r>
          </a:p>
          <a:p>
            <a:r>
              <a:rPr lang="en-IN" sz="2800" dirty="0">
                <a:latin typeface="Times New Roman" panose="02020603050405020304" pitchFamily="18" charset="0"/>
                <a:cs typeface="Times New Roman" panose="02020603050405020304" pitchFamily="18" charset="0"/>
              </a:rPr>
              <a:t>Identifying and handling missing or incorrect values</a:t>
            </a:r>
          </a:p>
          <a:p>
            <a:r>
              <a:rPr lang="en-IN" sz="2800" dirty="0">
                <a:latin typeface="Times New Roman" panose="02020603050405020304" pitchFamily="18" charset="0"/>
                <a:cs typeface="Times New Roman" panose="02020603050405020304" pitchFamily="18" charset="0"/>
              </a:rPr>
              <a:t>Removing duplicate entries and inconsistencies</a:t>
            </a:r>
          </a:p>
          <a:p>
            <a:r>
              <a:rPr lang="en-IN" sz="2800" dirty="0">
                <a:latin typeface="Times New Roman" panose="02020603050405020304" pitchFamily="18" charset="0"/>
                <a:cs typeface="Times New Roman" panose="02020603050405020304" pitchFamily="18" charset="0"/>
              </a:rPr>
              <a:t>Detecting and removing noise and outliers</a:t>
            </a:r>
          </a:p>
          <a:p>
            <a:r>
              <a:rPr lang="en-IN" sz="2800" dirty="0">
                <a:latin typeface="Times New Roman" panose="02020603050405020304" pitchFamily="18" charset="0"/>
                <a:cs typeface="Times New Roman" panose="02020603050405020304" pitchFamily="18" charset="0"/>
              </a:rPr>
              <a:t>Standardizing formats (price, area, property details)</a:t>
            </a:r>
          </a:p>
          <a:p>
            <a:endParaRPr lang="en-IN" sz="2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800" b="1" dirty="0">
                <a:latin typeface="Times New Roman" panose="02020603050405020304" pitchFamily="18" charset="0"/>
                <a:cs typeface="Times New Roman" panose="02020603050405020304" pitchFamily="18" charset="0"/>
              </a:rPr>
              <a:t> Outcome</a:t>
            </a:r>
          </a:p>
          <a:p>
            <a:r>
              <a:rPr lang="en-IN" sz="2800" dirty="0">
                <a:latin typeface="Times New Roman" panose="02020603050405020304" pitchFamily="18" charset="0"/>
                <a:cs typeface="Times New Roman" panose="02020603050405020304" pitchFamily="18" charset="0"/>
              </a:rPr>
              <a:t> A clean, reliable dataset ready for analysis</a:t>
            </a:r>
          </a:p>
          <a:p>
            <a:endParaRPr lang="en-IN" sz="2800" dirty="0"/>
          </a:p>
        </p:txBody>
      </p:sp>
    </p:spTree>
    <p:extLst>
      <p:ext uri="{BB962C8B-B14F-4D97-AF65-F5344CB8AC3E}">
        <p14:creationId xmlns:p14="http://schemas.microsoft.com/office/powerpoint/2010/main" val="11434372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896BA9E-8978-B8E0-CF58-6B291AEBC15D}"/>
              </a:ext>
            </a:extLst>
          </p:cNvPr>
          <p:cNvSpPr txBox="1">
            <a:spLocks noChangeArrowheads="1"/>
          </p:cNvSpPr>
          <p:nvPr/>
        </p:nvSpPr>
        <p:spPr bwMode="auto">
          <a:xfrm>
            <a:off x="2726871" y="118940"/>
            <a:ext cx="6738258" cy="514219"/>
          </a:xfrm>
          <a:prstGeom prst="rect">
            <a:avLst/>
          </a:prstGeom>
          <a:solidFill>
            <a:schemeClr val="accent5"/>
          </a:solidFill>
          <a:ln w="9525">
            <a:noFill/>
            <a:miter lim="800000"/>
          </a:ln>
        </p:spPr>
        <p:txBody>
          <a:bodyPr anchor="ctr"/>
          <a:lstStyle/>
          <a:p>
            <a:r>
              <a:rPr lang="en-IN" sz="3200" b="1" dirty="0">
                <a:solidFill>
                  <a:schemeClr val="bg1"/>
                </a:solidFill>
                <a:latin typeface="Times New Roman" panose="02020603050405020304" pitchFamily="18" charset="0"/>
                <a:cs typeface="Times New Roman" panose="02020603050405020304" pitchFamily="18" charset="0"/>
              </a:rPr>
              <a:t>                       OUTPUT</a:t>
            </a:r>
          </a:p>
        </p:txBody>
      </p:sp>
      <p:pic>
        <p:nvPicPr>
          <p:cNvPr id="5" name="Picture 4">
            <a:extLst>
              <a:ext uri="{FF2B5EF4-FFF2-40B4-BE49-F238E27FC236}">
                <a16:creationId xmlns:a16="http://schemas.microsoft.com/office/drawing/2014/main" id="{686E8F36-E690-9469-7A48-BDA8EB7B2617}"/>
              </a:ext>
            </a:extLst>
          </p:cNvPr>
          <p:cNvPicPr/>
          <p:nvPr/>
        </p:nvPicPr>
        <p:blipFill>
          <a:blip r:embed="rId2" cstate="print">
            <a:extLst>
              <a:ext uri="{28A0092B-C50C-407E-A947-70E740481C1C}">
                <a14:useLocalDpi xmlns:a14="http://schemas.microsoft.com/office/drawing/2010/main" val="0"/>
              </a:ext>
            </a:extLst>
          </a:blip>
          <a:srcRect/>
          <a:stretch>
            <a:fillRect/>
          </a:stretch>
        </p:blipFill>
        <p:spPr>
          <a:xfrm>
            <a:off x="99251" y="47560"/>
            <a:ext cx="807854" cy="685801"/>
          </a:xfrm>
          <a:prstGeom prst="rect">
            <a:avLst/>
          </a:prstGeom>
          <a:noFill/>
        </p:spPr>
      </p:pic>
      <p:pic>
        <p:nvPicPr>
          <p:cNvPr id="7" name="Picture 6">
            <a:extLst>
              <a:ext uri="{FF2B5EF4-FFF2-40B4-BE49-F238E27FC236}">
                <a16:creationId xmlns:a16="http://schemas.microsoft.com/office/drawing/2014/main" id="{81449621-6BAE-E0A2-F9C0-85BCC1A39D42}"/>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1040208" y="47560"/>
            <a:ext cx="854351" cy="725618"/>
          </a:xfrm>
          <a:prstGeom prst="rect">
            <a:avLst/>
          </a:prstGeom>
          <a:noFill/>
          <a:ln>
            <a:noFill/>
          </a:ln>
        </p:spPr>
      </p:pic>
      <p:pic>
        <p:nvPicPr>
          <p:cNvPr id="9" name="Picture 8">
            <a:extLst>
              <a:ext uri="{FF2B5EF4-FFF2-40B4-BE49-F238E27FC236}">
                <a16:creationId xmlns:a16="http://schemas.microsoft.com/office/drawing/2014/main" id="{322ECE12-B7DA-547B-BA3C-1B3AC13183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251" y="773178"/>
            <a:ext cx="11475563" cy="5665329"/>
          </a:xfrm>
          <a:prstGeom prst="rect">
            <a:avLst/>
          </a:prstGeom>
        </p:spPr>
      </p:pic>
    </p:spTree>
    <p:extLst>
      <p:ext uri="{BB962C8B-B14F-4D97-AF65-F5344CB8AC3E}">
        <p14:creationId xmlns:p14="http://schemas.microsoft.com/office/powerpoint/2010/main" val="14853443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C71F8F3-4FCB-FC5F-3514-FF994A956913}"/>
              </a:ext>
            </a:extLst>
          </p:cNvPr>
          <p:cNvSpPr txBox="1">
            <a:spLocks noChangeArrowheads="1"/>
          </p:cNvSpPr>
          <p:nvPr/>
        </p:nvSpPr>
        <p:spPr bwMode="auto">
          <a:xfrm>
            <a:off x="2576010" y="44062"/>
            <a:ext cx="6953491" cy="685800"/>
          </a:xfrm>
          <a:prstGeom prst="rect">
            <a:avLst/>
          </a:prstGeom>
          <a:solidFill>
            <a:schemeClr val="accent5"/>
          </a:solidFill>
          <a:ln w="9525">
            <a:noFill/>
            <a:miter lim="800000"/>
          </a:ln>
        </p:spPr>
        <p:txBody>
          <a:bodyPr anchor="ctr"/>
          <a:lstStyle/>
          <a:p>
            <a:r>
              <a:rPr lang="en-IN" sz="3200" dirty="0">
                <a:solidFill>
                  <a:schemeClr val="bg1"/>
                </a:solidFill>
                <a:latin typeface="Times New Roman" panose="02020603050405020304" pitchFamily="18" charset="0"/>
                <a:cs typeface="Times New Roman" panose="02020603050405020304" pitchFamily="18" charset="0"/>
              </a:rPr>
              <a:t>                      CONCLUSION</a:t>
            </a:r>
          </a:p>
        </p:txBody>
      </p:sp>
      <p:pic>
        <p:nvPicPr>
          <p:cNvPr id="5" name="Picture 4">
            <a:extLst>
              <a:ext uri="{FF2B5EF4-FFF2-40B4-BE49-F238E27FC236}">
                <a16:creationId xmlns:a16="http://schemas.microsoft.com/office/drawing/2014/main" id="{63BF2A4E-38AD-5644-8495-10AC09247E8C}"/>
              </a:ext>
            </a:extLst>
          </p:cNvPr>
          <p:cNvPicPr/>
          <p:nvPr/>
        </p:nvPicPr>
        <p:blipFill>
          <a:blip r:embed="rId2" cstate="print">
            <a:extLst>
              <a:ext uri="{28A0092B-C50C-407E-A947-70E740481C1C}">
                <a14:useLocalDpi xmlns:a14="http://schemas.microsoft.com/office/drawing/2010/main" val="0"/>
              </a:ext>
            </a:extLst>
          </a:blip>
          <a:srcRect/>
          <a:stretch>
            <a:fillRect/>
          </a:stretch>
        </p:blipFill>
        <p:spPr>
          <a:xfrm>
            <a:off x="48326" y="17786"/>
            <a:ext cx="835270" cy="685800"/>
          </a:xfrm>
          <a:prstGeom prst="rect">
            <a:avLst/>
          </a:prstGeom>
          <a:noFill/>
        </p:spPr>
      </p:pic>
      <p:pic>
        <p:nvPicPr>
          <p:cNvPr id="7" name="Picture 6">
            <a:extLst>
              <a:ext uri="{FF2B5EF4-FFF2-40B4-BE49-F238E27FC236}">
                <a16:creationId xmlns:a16="http://schemas.microsoft.com/office/drawing/2014/main" id="{45BCDB75-7208-A09A-BE71-80591B15E794}"/>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1221915" y="35370"/>
            <a:ext cx="838200" cy="782523"/>
          </a:xfrm>
          <a:prstGeom prst="rect">
            <a:avLst/>
          </a:prstGeom>
          <a:noFill/>
          <a:ln>
            <a:noFill/>
          </a:ln>
        </p:spPr>
      </p:pic>
      <p:sp>
        <p:nvSpPr>
          <p:cNvPr id="8" name="Text 3">
            <a:extLst>
              <a:ext uri="{FF2B5EF4-FFF2-40B4-BE49-F238E27FC236}">
                <a16:creationId xmlns:a16="http://schemas.microsoft.com/office/drawing/2014/main" id="{6CE7828B-4F82-5BF6-9C14-DC48F2FC8B60}"/>
              </a:ext>
            </a:extLst>
          </p:cNvPr>
          <p:cNvSpPr txBox="1"/>
          <p:nvPr/>
        </p:nvSpPr>
        <p:spPr>
          <a:xfrm>
            <a:off x="622169" y="1716620"/>
            <a:ext cx="8229600" cy="3809843"/>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45000"/>
              </a:lnSpc>
              <a:buNone/>
            </a:pPr>
            <a:r>
              <a:rPr lang="en-US" sz="2800" dirty="0">
                <a:latin typeface="Times New Roman" panose="02020603050405020304" pitchFamily="18" charset="0"/>
                <a:ea typeface="Calibri" pitchFamily="34" charset="-122"/>
                <a:cs typeface="Times New Roman" panose="02020603050405020304" pitchFamily="18" charset="0"/>
              </a:rPr>
              <a:t>A well-prepared and thoroughly cleaned dataset forms the foundation of an accurate house price prediction system. By systematically organizing raw data and removing noise, missing values, and outliers, the project ensures that the underlying AI model can learn genuine pricing patterns rather than data artifacts — resulting in more reliable, trustworthy predictions that support smarter real-estate decisions.</a:t>
            </a:r>
            <a:endParaRPr lang="en-US" sz="2800" dirty="0">
              <a:latin typeface="Times New Roman" panose="02020603050405020304" pitchFamily="18" charset="0"/>
              <a:cs typeface="Times New Roman" panose="02020603050405020304" pitchFamily="18" charset="0"/>
            </a:endParaRPr>
          </a:p>
        </p:txBody>
      </p:sp>
      <p:sp>
        <p:nvSpPr>
          <p:cNvPr id="9" name="Shape 4">
            <a:extLst>
              <a:ext uri="{FF2B5EF4-FFF2-40B4-BE49-F238E27FC236}">
                <a16:creationId xmlns:a16="http://schemas.microsoft.com/office/drawing/2014/main" id="{72DE5A34-E5DA-472D-D0D2-BA6402B1CE61}"/>
              </a:ext>
            </a:extLst>
          </p:cNvPr>
          <p:cNvSpPr/>
          <p:nvPr/>
        </p:nvSpPr>
        <p:spPr>
          <a:xfrm>
            <a:off x="8851769" y="1548823"/>
            <a:ext cx="3063240" cy="3977640"/>
          </a:xfrm>
          <a:prstGeom prst="roundRect">
            <a:avLst>
              <a:gd name="adj" fmla="val 3582"/>
            </a:avLst>
          </a:prstGeom>
          <a:solidFill>
            <a:srgbClr val="232C63"/>
          </a:solidFill>
          <a:ln/>
        </p:spPr>
        <p:txBody>
          <a:bodyPr/>
          <a:lstStyle/>
          <a:p>
            <a:endParaRPr lang="en-IN">
              <a:latin typeface="Times New Roman" panose="02020603050405020304" pitchFamily="18" charset="0"/>
              <a:cs typeface="Times New Roman" panose="02020603050405020304" pitchFamily="18" charset="0"/>
            </a:endParaRPr>
          </a:p>
        </p:txBody>
      </p:sp>
      <p:sp>
        <p:nvSpPr>
          <p:cNvPr id="10" name="Text 5">
            <a:extLst>
              <a:ext uri="{FF2B5EF4-FFF2-40B4-BE49-F238E27FC236}">
                <a16:creationId xmlns:a16="http://schemas.microsoft.com/office/drawing/2014/main" id="{73E4F7F4-BF56-BA73-7E22-CF5DD46E2E31}"/>
              </a:ext>
            </a:extLst>
          </p:cNvPr>
          <p:cNvSpPr txBox="1"/>
          <p:nvPr/>
        </p:nvSpPr>
        <p:spPr>
          <a:xfrm>
            <a:off x="9148949" y="1834457"/>
            <a:ext cx="822960" cy="54864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600" b="1" dirty="0">
                <a:solidFill>
                  <a:srgbClr val="C9A24B"/>
                </a:solidFill>
                <a:latin typeface="Times New Roman" panose="02020603050405020304" pitchFamily="18" charset="0"/>
                <a:ea typeface="Cambria" pitchFamily="34" charset="-122"/>
                <a:cs typeface="Times New Roman" panose="02020603050405020304" pitchFamily="18" charset="0"/>
              </a:rPr>
              <a:t>01</a:t>
            </a:r>
            <a:endParaRPr lang="en-US" sz="2600" dirty="0">
              <a:latin typeface="Times New Roman" panose="02020603050405020304" pitchFamily="18" charset="0"/>
              <a:cs typeface="Times New Roman" panose="02020603050405020304" pitchFamily="18" charset="0"/>
            </a:endParaRPr>
          </a:p>
        </p:txBody>
      </p:sp>
      <p:sp>
        <p:nvSpPr>
          <p:cNvPr id="11" name="Text 6">
            <a:extLst>
              <a:ext uri="{FF2B5EF4-FFF2-40B4-BE49-F238E27FC236}">
                <a16:creationId xmlns:a16="http://schemas.microsoft.com/office/drawing/2014/main" id="{F437E43F-6D01-25A8-BBA2-BABFF0F851B7}"/>
              </a:ext>
            </a:extLst>
          </p:cNvPr>
          <p:cNvSpPr txBox="1"/>
          <p:nvPr/>
        </p:nvSpPr>
        <p:spPr>
          <a:xfrm>
            <a:off x="9148949" y="2383097"/>
            <a:ext cx="2468880" cy="45720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dirty="0">
                <a:solidFill>
                  <a:srgbClr val="FFFFFF"/>
                </a:solidFill>
                <a:latin typeface="Times New Roman" panose="02020603050405020304" pitchFamily="18" charset="0"/>
                <a:ea typeface="Calibri" pitchFamily="34" charset="-122"/>
                <a:cs typeface="Times New Roman" panose="02020603050405020304" pitchFamily="18" charset="0"/>
              </a:rPr>
              <a:t>Clean Dataset</a:t>
            </a:r>
            <a:endParaRPr lang="en-US" sz="1300" dirty="0">
              <a:latin typeface="Times New Roman" panose="02020603050405020304" pitchFamily="18" charset="0"/>
              <a:cs typeface="Times New Roman" panose="02020603050405020304" pitchFamily="18" charset="0"/>
            </a:endParaRPr>
          </a:p>
        </p:txBody>
      </p:sp>
      <p:sp>
        <p:nvSpPr>
          <p:cNvPr id="12" name="Text 7">
            <a:extLst>
              <a:ext uri="{FF2B5EF4-FFF2-40B4-BE49-F238E27FC236}">
                <a16:creationId xmlns:a16="http://schemas.microsoft.com/office/drawing/2014/main" id="{27F68F73-AB0D-9429-D3B1-A1FDCA5EC651}"/>
              </a:ext>
            </a:extLst>
          </p:cNvPr>
          <p:cNvSpPr txBox="1"/>
          <p:nvPr/>
        </p:nvSpPr>
        <p:spPr>
          <a:xfrm>
            <a:off x="9148949" y="3068897"/>
            <a:ext cx="822960" cy="54864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600" b="1" dirty="0">
                <a:solidFill>
                  <a:srgbClr val="C9A24B"/>
                </a:solidFill>
                <a:latin typeface="Times New Roman" panose="02020603050405020304" pitchFamily="18" charset="0"/>
                <a:ea typeface="Cambria" pitchFamily="34" charset="-122"/>
                <a:cs typeface="Times New Roman" panose="02020603050405020304" pitchFamily="18" charset="0"/>
              </a:rPr>
              <a:t>02</a:t>
            </a:r>
            <a:endParaRPr lang="en-US" sz="2600" dirty="0">
              <a:latin typeface="Times New Roman" panose="02020603050405020304" pitchFamily="18" charset="0"/>
              <a:cs typeface="Times New Roman" panose="02020603050405020304" pitchFamily="18" charset="0"/>
            </a:endParaRPr>
          </a:p>
        </p:txBody>
      </p:sp>
      <p:sp>
        <p:nvSpPr>
          <p:cNvPr id="13" name="Text 8">
            <a:extLst>
              <a:ext uri="{FF2B5EF4-FFF2-40B4-BE49-F238E27FC236}">
                <a16:creationId xmlns:a16="http://schemas.microsoft.com/office/drawing/2014/main" id="{32DF5E87-A1B1-1921-406F-909FF168B2F5}"/>
              </a:ext>
            </a:extLst>
          </p:cNvPr>
          <p:cNvSpPr txBox="1"/>
          <p:nvPr/>
        </p:nvSpPr>
        <p:spPr>
          <a:xfrm>
            <a:off x="9148949" y="3617537"/>
            <a:ext cx="2468880" cy="45720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dirty="0">
                <a:solidFill>
                  <a:srgbClr val="FFFFFF"/>
                </a:solidFill>
                <a:latin typeface="Times New Roman" panose="02020603050405020304" pitchFamily="18" charset="0"/>
                <a:ea typeface="Calibri" pitchFamily="34" charset="-122"/>
                <a:cs typeface="Times New Roman" panose="02020603050405020304" pitchFamily="18" charset="0"/>
              </a:rPr>
              <a:t>Trained Model</a:t>
            </a:r>
            <a:endParaRPr lang="en-US" sz="1300" dirty="0">
              <a:latin typeface="Times New Roman" panose="02020603050405020304" pitchFamily="18" charset="0"/>
              <a:cs typeface="Times New Roman" panose="02020603050405020304" pitchFamily="18" charset="0"/>
            </a:endParaRPr>
          </a:p>
        </p:txBody>
      </p:sp>
      <p:sp>
        <p:nvSpPr>
          <p:cNvPr id="14" name="Text 9">
            <a:extLst>
              <a:ext uri="{FF2B5EF4-FFF2-40B4-BE49-F238E27FC236}">
                <a16:creationId xmlns:a16="http://schemas.microsoft.com/office/drawing/2014/main" id="{75656192-1B74-3B6E-67A2-81FFD413C1E7}"/>
              </a:ext>
            </a:extLst>
          </p:cNvPr>
          <p:cNvSpPr txBox="1"/>
          <p:nvPr/>
        </p:nvSpPr>
        <p:spPr>
          <a:xfrm>
            <a:off x="9148949" y="4303337"/>
            <a:ext cx="822960" cy="54864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600" b="1" dirty="0">
                <a:solidFill>
                  <a:srgbClr val="C9A24B"/>
                </a:solidFill>
                <a:latin typeface="Times New Roman" panose="02020603050405020304" pitchFamily="18" charset="0"/>
                <a:ea typeface="Cambria" pitchFamily="34" charset="-122"/>
                <a:cs typeface="Times New Roman" panose="02020603050405020304" pitchFamily="18" charset="0"/>
              </a:rPr>
              <a:t>03</a:t>
            </a:r>
            <a:endParaRPr lang="en-US" sz="2600" dirty="0">
              <a:latin typeface="Times New Roman" panose="02020603050405020304" pitchFamily="18" charset="0"/>
              <a:cs typeface="Times New Roman" panose="02020603050405020304" pitchFamily="18" charset="0"/>
            </a:endParaRPr>
          </a:p>
        </p:txBody>
      </p:sp>
      <p:sp>
        <p:nvSpPr>
          <p:cNvPr id="15" name="Text 10">
            <a:extLst>
              <a:ext uri="{FF2B5EF4-FFF2-40B4-BE49-F238E27FC236}">
                <a16:creationId xmlns:a16="http://schemas.microsoft.com/office/drawing/2014/main" id="{E1A297CD-71CB-080C-32A4-3C72A0887750}"/>
              </a:ext>
            </a:extLst>
          </p:cNvPr>
          <p:cNvSpPr txBox="1"/>
          <p:nvPr/>
        </p:nvSpPr>
        <p:spPr>
          <a:xfrm>
            <a:off x="9148949" y="4851977"/>
            <a:ext cx="2468880" cy="45720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dirty="0">
                <a:solidFill>
                  <a:srgbClr val="FFFFFF"/>
                </a:solidFill>
                <a:latin typeface="Times New Roman" panose="02020603050405020304" pitchFamily="18" charset="0"/>
                <a:ea typeface="Calibri" pitchFamily="34" charset="-122"/>
                <a:cs typeface="Times New Roman" panose="02020603050405020304" pitchFamily="18" charset="0"/>
              </a:rPr>
              <a:t>Reliable Price Prediction</a:t>
            </a:r>
            <a:endParaRPr lang="en-US" sz="13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580348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1156C8B-A325-13F4-56AF-A892B0063227}"/>
              </a:ext>
            </a:extLst>
          </p:cNvPr>
          <p:cNvSpPr txBox="1"/>
          <p:nvPr/>
        </p:nvSpPr>
        <p:spPr>
          <a:xfrm>
            <a:off x="445417" y="229551"/>
            <a:ext cx="6094428" cy="615553"/>
          </a:xfrm>
          <a:prstGeom prst="rect">
            <a:avLst/>
          </a:prstGeom>
          <a:noFill/>
        </p:spPr>
        <p:txBody>
          <a:bodyPr wrap="square">
            <a:spAutoFit/>
          </a:bodyPr>
          <a:lstStyle/>
          <a:p>
            <a:pPr marL="0" indent="0">
              <a:buNone/>
            </a:pPr>
            <a:r>
              <a:rPr lang="en-US" sz="3400" b="1" dirty="0">
                <a:latin typeface="Times New Roman" panose="02020603050405020304" pitchFamily="18" charset="0"/>
                <a:ea typeface="Cambria" pitchFamily="34" charset="-122"/>
                <a:cs typeface="Times New Roman" panose="02020603050405020304" pitchFamily="18" charset="0"/>
              </a:rPr>
              <a:t>References</a:t>
            </a:r>
            <a:endParaRPr lang="en-US" sz="3400" dirty="0">
              <a:latin typeface="Times New Roman" panose="02020603050405020304" pitchFamily="18" charset="0"/>
              <a:cs typeface="Times New Roman" panose="02020603050405020304" pitchFamily="18" charset="0"/>
            </a:endParaRPr>
          </a:p>
        </p:txBody>
      </p:sp>
      <p:sp>
        <p:nvSpPr>
          <p:cNvPr id="4" name="Text 3">
            <a:extLst>
              <a:ext uri="{FF2B5EF4-FFF2-40B4-BE49-F238E27FC236}">
                <a16:creationId xmlns:a16="http://schemas.microsoft.com/office/drawing/2014/main" id="{CEA11E1D-37C6-6AB1-04C9-B3C17056784D}"/>
              </a:ext>
            </a:extLst>
          </p:cNvPr>
          <p:cNvSpPr txBox="1"/>
          <p:nvPr/>
        </p:nvSpPr>
        <p:spPr>
          <a:xfrm>
            <a:off x="973710" y="2032655"/>
            <a:ext cx="9829800" cy="59436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nSpc>
                <a:spcPct val="115000"/>
              </a:lnSpc>
              <a:buFont typeface="Arial" panose="020B0604020202020204" pitchFamily="34" charset="0"/>
              <a:buChar char="•"/>
            </a:pPr>
            <a:r>
              <a:rPr lang="en-US" dirty="0">
                <a:latin typeface="Times New Roman" panose="02020603050405020304" pitchFamily="18" charset="0"/>
                <a:ea typeface="Calibri" pitchFamily="34" charset="-122"/>
                <a:cs typeface="Times New Roman" panose="02020603050405020304" pitchFamily="18" charset="0"/>
              </a:rPr>
              <a:t>Kaggle, "House Prices - Advanced Regression Techniques" Dataset, kaggle.com/competitions/house-prices-advanced-regression-techniques.</a:t>
            </a:r>
          </a:p>
          <a:p>
            <a:pPr marL="285750" indent="-285750">
              <a:lnSpc>
                <a:spcPct val="115000"/>
              </a:lnSpc>
              <a:buFont typeface="Arial" panose="020B0604020202020204" pitchFamily="34" charset="0"/>
              <a:buChar char="•"/>
            </a:pPr>
            <a:endParaRPr lang="en-US" dirty="0">
              <a:latin typeface="Times New Roman" panose="02020603050405020304" pitchFamily="18" charset="0"/>
              <a:ea typeface="Calibri" pitchFamily="34" charset="-122"/>
              <a:cs typeface="Times New Roman" panose="02020603050405020304" pitchFamily="18" charset="0"/>
            </a:endParaRPr>
          </a:p>
          <a:p>
            <a:pPr marL="285750" indent="-285750">
              <a:lnSpc>
                <a:spcPct val="115000"/>
              </a:lnSpc>
              <a:buFont typeface="Arial" panose="020B0604020202020204" pitchFamily="34" charset="0"/>
              <a:buChar char="•"/>
            </a:pPr>
            <a:endParaRPr lang="en-US" dirty="0">
              <a:latin typeface="Times New Roman" panose="02020603050405020304" pitchFamily="18" charset="0"/>
              <a:ea typeface="Calibri" pitchFamily="34" charset="-122"/>
              <a:cs typeface="Times New Roman" panose="02020603050405020304" pitchFamily="18" charset="0"/>
            </a:endParaRPr>
          </a:p>
          <a:p>
            <a:pPr marL="285750" indent="-285750">
              <a:lnSpc>
                <a:spcPct val="115000"/>
              </a:lnSpc>
              <a:buFont typeface="Arial" panose="020B0604020202020204" pitchFamily="34" charset="0"/>
              <a:buChar char="•"/>
            </a:pPr>
            <a:endParaRPr lang="en-US" dirty="0">
              <a:latin typeface="Times New Roman" panose="02020603050405020304" pitchFamily="18" charset="0"/>
              <a:ea typeface="Calibri" pitchFamily="34" charset="-122"/>
              <a:cs typeface="Times New Roman" panose="02020603050405020304" pitchFamily="18" charset="0"/>
            </a:endParaRPr>
          </a:p>
          <a:p>
            <a:pPr marL="285750" indent="-285750">
              <a:lnSpc>
                <a:spcPct val="115000"/>
              </a:lnSpc>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
        <p:nvSpPr>
          <p:cNvPr id="5" name="Text 4">
            <a:extLst>
              <a:ext uri="{FF2B5EF4-FFF2-40B4-BE49-F238E27FC236}">
                <a16:creationId xmlns:a16="http://schemas.microsoft.com/office/drawing/2014/main" id="{ED059AB8-1C57-680E-A809-9A4E0C504C15}"/>
              </a:ext>
            </a:extLst>
          </p:cNvPr>
          <p:cNvSpPr txBox="1"/>
          <p:nvPr/>
        </p:nvSpPr>
        <p:spPr>
          <a:xfrm>
            <a:off x="973710" y="2691023"/>
            <a:ext cx="9829800" cy="59436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nSpc>
                <a:spcPct val="115000"/>
              </a:lnSpc>
              <a:buFont typeface="Arial" panose="020B0604020202020204" pitchFamily="34" charset="0"/>
              <a:buChar char="•"/>
            </a:pPr>
            <a:r>
              <a:rPr lang="en-US" dirty="0">
                <a:latin typeface="Times New Roman" panose="02020603050405020304" pitchFamily="18" charset="0"/>
                <a:ea typeface="Calibri" pitchFamily="34" charset="-122"/>
                <a:cs typeface="Times New Roman" panose="02020603050405020304" pitchFamily="18" charset="0"/>
              </a:rPr>
              <a:t>Harrison, D. &amp; Rubinfeld, D.L. (1978). Hedonic Housing Prices and the Demand for Clean Air. Journal of Environmental Economics and Management.</a:t>
            </a:r>
          </a:p>
          <a:p>
            <a:pPr marL="285750" indent="-285750">
              <a:lnSpc>
                <a:spcPct val="115000"/>
              </a:lnSpc>
              <a:buFont typeface="Arial" panose="020B0604020202020204" pitchFamily="34" charset="0"/>
              <a:buChar char="•"/>
            </a:pPr>
            <a:endParaRPr lang="en-US" dirty="0">
              <a:latin typeface="Times New Roman" panose="02020603050405020304" pitchFamily="18" charset="0"/>
              <a:ea typeface="Calibri" pitchFamily="34" charset="-122"/>
              <a:cs typeface="Times New Roman" panose="02020603050405020304" pitchFamily="18" charset="0"/>
            </a:endParaRPr>
          </a:p>
          <a:p>
            <a:pPr marL="285750" indent="-285750">
              <a:lnSpc>
                <a:spcPct val="115000"/>
              </a:lnSpc>
              <a:buFont typeface="Arial" panose="020B0604020202020204" pitchFamily="34" charset="0"/>
              <a:buChar char="•"/>
            </a:pPr>
            <a:endParaRPr lang="en-US" dirty="0">
              <a:latin typeface="Times New Roman" panose="02020603050405020304" pitchFamily="18" charset="0"/>
              <a:ea typeface="Calibri" pitchFamily="34" charset="-122"/>
              <a:cs typeface="Times New Roman" panose="02020603050405020304" pitchFamily="18" charset="0"/>
            </a:endParaRPr>
          </a:p>
        </p:txBody>
      </p:sp>
      <p:sp>
        <p:nvSpPr>
          <p:cNvPr id="6" name="Text 5">
            <a:extLst>
              <a:ext uri="{FF2B5EF4-FFF2-40B4-BE49-F238E27FC236}">
                <a16:creationId xmlns:a16="http://schemas.microsoft.com/office/drawing/2014/main" id="{34D4ED6E-A858-0826-1017-B1EBF113C92A}"/>
              </a:ext>
            </a:extLst>
          </p:cNvPr>
          <p:cNvSpPr txBox="1"/>
          <p:nvPr/>
        </p:nvSpPr>
        <p:spPr>
          <a:xfrm>
            <a:off x="973710" y="3349391"/>
            <a:ext cx="9829800" cy="59436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nSpc>
                <a:spcPct val="115000"/>
              </a:lnSpc>
              <a:buFont typeface="Arial" panose="020B0604020202020204" pitchFamily="34" charset="0"/>
              <a:buChar char="•"/>
            </a:pPr>
            <a:r>
              <a:rPr lang="en-US" dirty="0">
                <a:latin typeface="Times New Roman" panose="02020603050405020304" pitchFamily="18" charset="0"/>
                <a:ea typeface="Calibri" pitchFamily="34" charset="-122"/>
                <a:cs typeface="Times New Roman" panose="02020603050405020304" pitchFamily="18" charset="0"/>
              </a:rPr>
              <a:t>Russell, S. &amp; Norvig, P. (2020). Artificial Intelligence: A Modern Approach (4th ed.). Pearson.</a:t>
            </a:r>
          </a:p>
          <a:p>
            <a:pPr marL="285750" indent="-285750">
              <a:lnSpc>
                <a:spcPct val="115000"/>
              </a:lnSpc>
              <a:buFont typeface="Arial" panose="020B0604020202020204" pitchFamily="34" charset="0"/>
              <a:buChar char="•"/>
            </a:pPr>
            <a:endParaRPr lang="en-US" dirty="0">
              <a:latin typeface="Times New Roman" panose="02020603050405020304" pitchFamily="18" charset="0"/>
              <a:ea typeface="Calibri" pitchFamily="34" charset="-122"/>
              <a:cs typeface="Times New Roman" panose="02020603050405020304" pitchFamily="18" charset="0"/>
            </a:endParaRPr>
          </a:p>
          <a:p>
            <a:pPr marL="285750" indent="-285750">
              <a:lnSpc>
                <a:spcPct val="115000"/>
              </a:lnSpc>
              <a:buFont typeface="Arial" panose="020B0604020202020204" pitchFamily="34" charset="0"/>
              <a:buChar char="•"/>
            </a:pPr>
            <a:endParaRPr lang="en-US" dirty="0">
              <a:latin typeface="Times New Roman" panose="02020603050405020304" pitchFamily="18" charset="0"/>
              <a:ea typeface="Calibri" pitchFamily="34" charset="-122"/>
              <a:cs typeface="Times New Roman" panose="02020603050405020304" pitchFamily="18" charset="0"/>
            </a:endParaRPr>
          </a:p>
        </p:txBody>
      </p:sp>
      <p:sp>
        <p:nvSpPr>
          <p:cNvPr id="7" name="Text 6">
            <a:extLst>
              <a:ext uri="{FF2B5EF4-FFF2-40B4-BE49-F238E27FC236}">
                <a16:creationId xmlns:a16="http://schemas.microsoft.com/office/drawing/2014/main" id="{5EEBD584-913A-EB67-85B3-33C8FCD04DBE}"/>
              </a:ext>
            </a:extLst>
          </p:cNvPr>
          <p:cNvSpPr txBox="1"/>
          <p:nvPr/>
        </p:nvSpPr>
        <p:spPr>
          <a:xfrm>
            <a:off x="973710" y="4007759"/>
            <a:ext cx="9829800" cy="59436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nSpc>
                <a:spcPct val="115000"/>
              </a:lnSpc>
              <a:buFont typeface="Arial" panose="020B0604020202020204" pitchFamily="34" charset="0"/>
              <a:buChar char="•"/>
            </a:pPr>
            <a:r>
              <a:rPr lang="en-US" dirty="0">
                <a:latin typeface="Times New Roman" panose="02020603050405020304" pitchFamily="18" charset="0"/>
                <a:ea typeface="Calibri" pitchFamily="34" charset="-122"/>
                <a:cs typeface="Times New Roman" panose="02020603050405020304" pitchFamily="18" charset="0"/>
              </a:rPr>
              <a:t>Han, J., Kamber, M., &amp; Pei, J. (2011). Data Mining: Concepts and Techniques (3rd ed.). Morgan Kaufmann.</a:t>
            </a:r>
          </a:p>
          <a:p>
            <a:pPr marL="285750" indent="-285750">
              <a:lnSpc>
                <a:spcPct val="115000"/>
              </a:lnSpc>
              <a:buFont typeface="Arial" panose="020B0604020202020204" pitchFamily="34" charset="0"/>
              <a:buChar char="•"/>
            </a:pPr>
            <a:endParaRPr lang="en-US" dirty="0">
              <a:latin typeface="Times New Roman" panose="02020603050405020304" pitchFamily="18" charset="0"/>
              <a:ea typeface="Calibri" pitchFamily="34" charset="-122"/>
              <a:cs typeface="Times New Roman" panose="02020603050405020304" pitchFamily="18" charset="0"/>
            </a:endParaRPr>
          </a:p>
          <a:p>
            <a:pPr marL="285750" indent="-285750">
              <a:lnSpc>
                <a:spcPct val="115000"/>
              </a:lnSpc>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
        <p:nvSpPr>
          <p:cNvPr id="8" name="Text 7">
            <a:extLst>
              <a:ext uri="{FF2B5EF4-FFF2-40B4-BE49-F238E27FC236}">
                <a16:creationId xmlns:a16="http://schemas.microsoft.com/office/drawing/2014/main" id="{5152BC34-6480-E5E6-E7D0-C46861C702BE}"/>
              </a:ext>
            </a:extLst>
          </p:cNvPr>
          <p:cNvSpPr txBox="1"/>
          <p:nvPr/>
        </p:nvSpPr>
        <p:spPr>
          <a:xfrm>
            <a:off x="973710" y="4666127"/>
            <a:ext cx="9829800" cy="59436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nSpc>
                <a:spcPct val="115000"/>
              </a:lnSpc>
              <a:buFont typeface="Arial" panose="020B0604020202020204" pitchFamily="34" charset="0"/>
              <a:buChar char="•"/>
            </a:pPr>
            <a:r>
              <a:rPr lang="en-US" dirty="0">
                <a:latin typeface="Times New Roman" panose="02020603050405020304" pitchFamily="18" charset="0"/>
                <a:ea typeface="Calibri" pitchFamily="34" charset="-122"/>
                <a:cs typeface="Times New Roman" panose="02020603050405020304" pitchFamily="18" charset="0"/>
              </a:rPr>
              <a:t>McKinney, W. (2010). Data Structures for Statistical Computing in Python. Proceedings of the 9th Python in Science Conference.</a:t>
            </a:r>
          </a:p>
          <a:p>
            <a:pPr marL="285750" indent="-285750">
              <a:lnSpc>
                <a:spcPct val="115000"/>
              </a:lnSpc>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
        <p:nvSpPr>
          <p:cNvPr id="9" name="Text 8">
            <a:extLst>
              <a:ext uri="{FF2B5EF4-FFF2-40B4-BE49-F238E27FC236}">
                <a16:creationId xmlns:a16="http://schemas.microsoft.com/office/drawing/2014/main" id="{59646D01-1A18-3613-2039-82F12BB24B45}"/>
              </a:ext>
            </a:extLst>
          </p:cNvPr>
          <p:cNvSpPr txBox="1"/>
          <p:nvPr/>
        </p:nvSpPr>
        <p:spPr>
          <a:xfrm>
            <a:off x="973710" y="5324495"/>
            <a:ext cx="9829800" cy="59436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nSpc>
                <a:spcPct val="115000"/>
              </a:lnSpc>
              <a:buFont typeface="Arial" panose="020B0604020202020204" pitchFamily="34" charset="0"/>
              <a:buChar char="•"/>
            </a:pPr>
            <a:r>
              <a:rPr lang="en-US" dirty="0">
                <a:latin typeface="Times New Roman" panose="02020603050405020304" pitchFamily="18" charset="0"/>
                <a:ea typeface="Calibri" pitchFamily="34" charset="-122"/>
                <a:cs typeface="Times New Roman" panose="02020603050405020304" pitchFamily="18" charset="0"/>
              </a:rPr>
              <a:t>Géron, A. (2019). Hands-On Machine Learning with Scikit-Learn, Keras, and TensorFlow (2nd ed.). O'Reilly Media.</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153321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F6C58DB-2FB0-FDB7-9056-723C3C3DD511}"/>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7193838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2210</TotalTime>
  <Words>626</Words>
  <Application>Microsoft Office PowerPoint</Application>
  <PresentationFormat>Widescreen</PresentationFormat>
  <Paragraphs>77</Paragraphs>
  <Slides>10</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Arial</vt:lpstr>
      <vt:lpstr>Calibri</vt:lpstr>
      <vt:lpstr>Calibri Light</vt:lpstr>
      <vt:lpstr>Cambria</vt:lpstr>
      <vt:lpstr>Perpetua</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sarasur.sse@saveetha.com</dc:creator>
  <cp:lastModifiedBy>YO'S LAP</cp:lastModifiedBy>
  <cp:revision>40</cp:revision>
  <dcterms:created xsi:type="dcterms:W3CDTF">2025-02-18T04:20:00Z</dcterms:created>
  <dcterms:modified xsi:type="dcterms:W3CDTF">2026-09-05T11:06:37Z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FBA5758AC5134655926B6C7F9D664471_12</vt:lpwstr>
  </property>
  <property fmtid="{D5CDD505-2E9C-101B-9397-08002B2CF9AE}" pid="3" name="KSOProductBuildVer">
    <vt:lpwstr>1033-12.2.0.20323</vt:lpwstr>
  </property>
</Properties>
</file>